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dc425f52343cb" /><Relationship Type="http://schemas.openxmlformats.org/officeDocument/2006/relationships/extended-properties" Target="/docProps/app.xml" Id="Rae766ea840bc49cf" /><Relationship Type="http://schemas.openxmlformats.org/officeDocument/2006/relationships/officeDocument" Target="/ppt/presentation.xml" Id="Re9b74b3027e44b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461ca7b114750"/>
  </p:sldMasterIdLst>
  <p:notesMasterIdLst>
    <p:notesMasterId xmlns:r="http://schemas.openxmlformats.org/officeDocument/2006/relationships" r:id="R58345c0be7434c5e"/>
  </p:notesMasterIdLst>
  <p:sldIdLst>
    <p:sldId xmlns:r="http://schemas.openxmlformats.org/officeDocument/2006/relationships" id="256" r:id="Rd13a1c73c7a24bef"/>
    <p:sldId xmlns:r="http://schemas.openxmlformats.org/officeDocument/2006/relationships" id="257" r:id="R8283221e5c804a49"/>
    <p:sldId xmlns:r="http://schemas.openxmlformats.org/officeDocument/2006/relationships" id="258" r:id="Re80aada819e24607"/>
    <p:sldId xmlns:r="http://schemas.openxmlformats.org/officeDocument/2006/relationships" id="259" r:id="R77357c019cbe48ad"/>
    <p:sldId xmlns:r="http://schemas.openxmlformats.org/officeDocument/2006/relationships" id="260" r:id="Rf641b33d13da40b3"/>
    <p:sldId xmlns:r="http://schemas.openxmlformats.org/officeDocument/2006/relationships" id="261" r:id="R0da0e56e573d4dd1"/>
    <p:sldId xmlns:r="http://schemas.openxmlformats.org/officeDocument/2006/relationships" id="262" r:id="Rda451f50e2424a60"/>
    <p:sldId xmlns:r="http://schemas.openxmlformats.org/officeDocument/2006/relationships" id="263" r:id="R41c2bd7a91e74d3b"/>
    <p:sldId xmlns:r="http://schemas.openxmlformats.org/officeDocument/2006/relationships" id="264" r:id="Rdafb93c1cccd4cd3"/>
    <p:sldId xmlns:r="http://schemas.openxmlformats.org/officeDocument/2006/relationships" id="265" r:id="R670dc5ddd97a4a7f"/>
    <p:sldId xmlns:r="http://schemas.openxmlformats.org/officeDocument/2006/relationships" id="266" r:id="R31c21e97e6754b27"/>
    <p:sldId xmlns:r="http://schemas.openxmlformats.org/officeDocument/2006/relationships" id="267" r:id="R3693c5a966b54f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8ebd0ea68f4fb7" /><Relationship Type="http://schemas.openxmlformats.org/officeDocument/2006/relationships/slideMaster" Target="/ppt/slideMasters/slideMaster1.xml" Id="Rf5a461ca7b114750" /><Relationship Type="http://schemas.openxmlformats.org/officeDocument/2006/relationships/notesMaster" Target="/ppt/notesMasters/notesMaster1.xml" Id="R58345c0be7434c5e" /><Relationship Type="http://schemas.openxmlformats.org/officeDocument/2006/relationships/presProps" Target="/ppt/presProps.xml" Id="R50a66185b2554d2a" /><Relationship Type="http://schemas.openxmlformats.org/officeDocument/2006/relationships/tableStyles" Target="/ppt/tableStyles.xml" Id="R978b40bc74894fd4" /><Relationship Type="http://schemas.openxmlformats.org/officeDocument/2006/relationships/slide" Target="/ppt/slides/slide1.xml" Id="Rd13a1c73c7a24bef" /><Relationship Type="http://schemas.openxmlformats.org/officeDocument/2006/relationships/slide" Target="/ppt/slides/slide2.xml" Id="R8283221e5c804a49" /><Relationship Type="http://schemas.openxmlformats.org/officeDocument/2006/relationships/slide" Target="/ppt/slides/slide3.xml" Id="Re80aada819e24607" /><Relationship Type="http://schemas.openxmlformats.org/officeDocument/2006/relationships/slide" Target="/ppt/slides/slide4.xml" Id="R77357c019cbe48ad" /><Relationship Type="http://schemas.openxmlformats.org/officeDocument/2006/relationships/slide" Target="/ppt/slides/slide5.xml" Id="Rf641b33d13da40b3" /><Relationship Type="http://schemas.openxmlformats.org/officeDocument/2006/relationships/slide" Target="/ppt/slides/slide6.xml" Id="R0da0e56e573d4dd1" /><Relationship Type="http://schemas.openxmlformats.org/officeDocument/2006/relationships/slide" Target="/ppt/slides/slide7.xml" Id="Rda451f50e2424a60" /><Relationship Type="http://schemas.openxmlformats.org/officeDocument/2006/relationships/slide" Target="/ppt/slides/slide8.xml" Id="R41c2bd7a91e74d3b" /><Relationship Type="http://schemas.openxmlformats.org/officeDocument/2006/relationships/slide" Target="/ppt/slides/slide9.xml" Id="Rdafb93c1cccd4cd3" /><Relationship Type="http://schemas.openxmlformats.org/officeDocument/2006/relationships/slide" Target="/ppt/slides/slide10.xml" Id="R670dc5ddd97a4a7f" /><Relationship Type="http://schemas.openxmlformats.org/officeDocument/2006/relationships/slide" Target="/ppt/slides/slide11.xml" Id="R31c21e97e6754b27" /><Relationship Type="http://schemas.openxmlformats.org/officeDocument/2006/relationships/slide" Target="/ppt/slides/slide12.xml" Id="R3693c5a966b5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16c32ec7a948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c8bdc2c46f40cf" /><Relationship Type="http://schemas.openxmlformats.org/officeDocument/2006/relationships/notesMaster" Target="/ppt/notesMasters/notesMaster1.xml" Id="R5a7199902a9c4f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3e784d85134510" /><Relationship Type="http://schemas.openxmlformats.org/officeDocument/2006/relationships/notesMaster" Target="/ppt/notesMasters/notesMaster1.xml" Id="Rfefef1d30e74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056ff8e24c4cc9" /><Relationship Type="http://schemas.openxmlformats.org/officeDocument/2006/relationships/notesMaster" Target="/ppt/notesMasters/notesMaster1.xml" Id="R1816a650caad46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2bd1bd725e4fb2" /><Relationship Type="http://schemas.openxmlformats.org/officeDocument/2006/relationships/notesMaster" Target="/ppt/notesMasters/notesMaster1.xml" Id="Ra26e9db140e5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6474be3e044caa" /><Relationship Type="http://schemas.openxmlformats.org/officeDocument/2006/relationships/notesMaster" Target="/ppt/notesMasters/notesMaster1.xml" Id="R19e5c7833bea42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20680d63b14c15" /><Relationship Type="http://schemas.openxmlformats.org/officeDocument/2006/relationships/notesMaster" Target="/ppt/notesMasters/notesMaster1.xml" Id="Rcc58ca8b0a3f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bdb44789fd4c12" /><Relationship Type="http://schemas.openxmlformats.org/officeDocument/2006/relationships/notesMaster" Target="/ppt/notesMasters/notesMaster1.xml" Id="Re7763fe6801e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c598a52e9f4bd8" /><Relationship Type="http://schemas.openxmlformats.org/officeDocument/2006/relationships/notesMaster" Target="/ppt/notesMasters/notesMaster1.xml" Id="R6035b471d10141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9b6cb2dc874140" /><Relationship Type="http://schemas.openxmlformats.org/officeDocument/2006/relationships/notesMaster" Target="/ppt/notesMasters/notesMaster1.xml" Id="R174aa03f6fc645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62503550b94dfd" /><Relationship Type="http://schemas.openxmlformats.org/officeDocument/2006/relationships/notesMaster" Target="/ppt/notesMasters/notesMaster1.xml" Id="Rc38865bf3c8f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7e43cda87c414e" /><Relationship Type="http://schemas.openxmlformats.org/officeDocument/2006/relationships/notesMaster" Target="/ppt/notesMasters/notesMaster1.xml" Id="Rea57ac2a829c4e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548069d73f41c9" /><Relationship Type="http://schemas.openxmlformats.org/officeDocument/2006/relationships/notesMaster" Target="/ppt/notesMasters/notesMaster1.xml" Id="R9e7ab8e32636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封面。标准姿势图来自 src/standard_images/Warrior II Pose.jpg。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项目目标根据 docs/README.md 和网页文案整理。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时间线基于项目文件修改时间和 docs/README.md、docs/hardware.md、web/README.md、docs/BLE_MIGRATION.md。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架构依据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参数来自 src/config.py 和 docs/architecture.md。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标准姿势列表来自 src/standard_poses 和 src/standard_images。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网页架构来自 web/app.js、src/web_mvp_server.py 和 web/README.md。当前是 localhost HTTP；跨设备部署建议 HTTPS/WSS。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当前接口来自 src/web_mvp_server.py：/api/status、/api/frame、/api/reset。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截图由 web/index.html 分块截取。静态截图显示未开启摄像头状态，实际演示需使用 web/start-local.ps1 启动 Python 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触觉反馈映射来自 src/haptic_feedback.py 和 tests/test_mvp_logic.py。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串口协议来自 docs/hardware.md、src/esp32_controller.py、firmware/yoga_bands/yoga_bands.ino、docs/BLE_MIGRATION.md。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总结结合 docs/README.md、web/README.md 和 BLE_MIGRATION.md。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3374d53af4d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e56149ba5442d" /><Relationship Type="http://schemas.openxmlformats.org/officeDocument/2006/relationships/slideLayout" Target="/ppt/slideLayouts/slideLayout1.xml" Id="R53ddf77551b848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ddf77551b848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5a87d732440c2" /><Relationship Type="http://schemas.openxmlformats.org/officeDocument/2006/relationships/image" Target="/ppt/media/image.png" Id="Rf6caf8cb0e844ca7" /><Relationship Type="http://schemas.openxmlformats.org/officeDocument/2006/relationships/notesSlide" Target="/ppt/notesSlides/notesSlide1.xml" Id="R3032c010f24c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5c0756d7e4bec" /><Relationship Type="http://schemas.openxmlformats.org/officeDocument/2006/relationships/notesSlide" Target="/ppt/notesSlides/notesSlide2.xml" Id="R4f321c51d68341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eef5e5f954df9" /><Relationship Type="http://schemas.openxmlformats.org/officeDocument/2006/relationships/notesSlide" Target="/ppt/notesSlides/notesSlide3.xml" Id="Rc31faee990e543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e95f0b60d4d1f" /><Relationship Type="http://schemas.openxmlformats.org/officeDocument/2006/relationships/notesSlide" Target="/ppt/notesSlides/notesSlide4.xml" Id="R0ec6a92a37d94d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b97cbf1f4594" /><Relationship Type="http://schemas.openxmlformats.org/officeDocument/2006/relationships/image" Target="/ppt/media/image2.png" Id="Rfa283049bffb450b" /><Relationship Type="http://schemas.openxmlformats.org/officeDocument/2006/relationships/notesSlide" Target="/ppt/notesSlides/notesSlide5.xml" Id="Re7206f51c1c54a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1c0208fb4f76" /><Relationship Type="http://schemas.openxmlformats.org/officeDocument/2006/relationships/image" Target="/ppt/media/image3.png" Id="R7af8f0b3361c46cf" /><Relationship Type="http://schemas.openxmlformats.org/officeDocument/2006/relationships/notesSlide" Target="/ppt/notesSlides/notesSlide6.xml" Id="R637b5fadaad542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8118572084446" /><Relationship Type="http://schemas.openxmlformats.org/officeDocument/2006/relationships/notesSlide" Target="/ppt/notesSlides/notesSlide7.xml" Id="R89487dd2f6b84b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e934c953745ea" /><Relationship Type="http://schemas.openxmlformats.org/officeDocument/2006/relationships/notesSlide" Target="/ppt/notesSlides/notesSlide8.xml" Id="R2e13c3bdf9e742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8d6ad92174a07" /><Relationship Type="http://schemas.openxmlformats.org/officeDocument/2006/relationships/image" Target="/ppt/media/image4.png" Id="R8d54feca33a4486e" /><Relationship Type="http://schemas.openxmlformats.org/officeDocument/2006/relationships/image" Target="/ppt/media/image5.png" Id="R2c2a12592c0c4267" /><Relationship Type="http://schemas.openxmlformats.org/officeDocument/2006/relationships/image" Target="/ppt/media/image6.png" Id="R6e90124144e84887" /><Relationship Type="http://schemas.openxmlformats.org/officeDocument/2006/relationships/notesSlide" Target="/ppt/notesSlides/notesSlide9.xml" Id="R0d2f86eb1b9b4c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2627979cf4657" /><Relationship Type="http://schemas.openxmlformats.org/officeDocument/2006/relationships/image" Target="/ppt/media/image7.png" Id="R95315ebc583346ad" /><Relationship Type="http://schemas.openxmlformats.org/officeDocument/2006/relationships/notesSlide" Target="/ppt/notesSlides/notesSlide10.xml" Id="R647886a992b141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981d2ed694d42" /><Relationship Type="http://schemas.openxmlformats.org/officeDocument/2006/relationships/notesSlide" Target="/ppt/notesSlides/notesSlide11.xml" Id="R22747e7376c94b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d8f90068d4149" /><Relationship Type="http://schemas.openxmlformats.org/officeDocument/2006/relationships/notesSlide" Target="/ppt/notesSlides/notesSlide12.xml" Id="Ra68424b26b2e41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af8cb0e844ca7"/>
          <a:srcRect xmlns:a="http://schemas.openxmlformats.org/drawingml/2006/main" l="13333" t="0" r="1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42646-5EF4-496C-BA0E-5EC058B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42950"/>
            <a:ext cx="5448300" cy="4762500"/>
          </a:xfrm>
          <a:prstGeom xmlns:a="http://schemas.openxmlformats.org/drawingml/2006/main" prst="roundRect">
            <a:avLst>
              <a:gd name="adj" fmla="val 16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0000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64ECA-9D66-4ED0-84F4-6875F076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视觉感知 × 单腕触觉引导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5B77-7254-45C7-9686-9A621A08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YogaTutor</a:t>
            </a:r>
          </a:p>
          <a:p xmlns:a="http://schemas.openxmlformats.org/drawingml/2006/main">
            <a:pPr algn="l">
              <a:def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暑假进展汇报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B9560B-8D0B-4ADA-9638-D907E26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基于视觉感知和多方向触觉引导的实时动作矫正系统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F97B0-73D0-4E3E-9A3A-FC38E7CF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9B9A9-1FFF-44AC-A77E-7668DCE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2026 年 7-8 月阶段成果</a:t>
            </a:r>
          </a:p>
        </p:txBody>
      </p:sp>
    </p:spTree>
    <p:extLst>
      <p:ext uri="{BB962C8B-B14F-4D97-AF65-F5344CB8AC3E}">
        <p14:creationId xmlns:p14="http://schemas.microsoft.com/office/powerpoint/2010/main" val="17740429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EEAFA9-8EDB-4640-9B96-47BBAD3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 背景与目标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FF645-37FA-4ADA-A064-9A2B1FA3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项目目标：让用户看见偏差，感受调整方向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CA2B9-3BA0-455F-8E9D-92AB3CFC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351F88-FD18-415C-9232-F1273D1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37693-3E9E-4F0C-AF40-1FE1B2A0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65986-6ACE-4EA8-BB95-49236C2B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练习痛点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95B22-ACCE-49D5-8BF5-FB50005C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视频教学无法实时指出角度偏差，用户低头看屏幕也会破坏动作保持。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E4B7C-53DD-4232-948B-DA726653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6F9F9-3356-45CB-BADE-F40F977B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视觉判断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E29A1-4247-479C-9CEA-A501F50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摄像头识别人体关键点，系统把动作转成可比较的关节角。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44476-9AAB-4C72-AE09-7B2EED0F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29718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750D55-1B26-49B0-86E0-EDE75291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2880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触觉引导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BD41C7-A1F3-44C4-AFAE-251F256C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86000"/>
            <a:ext cx="2552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手环不只提醒错误，而是把纠正方向传到身体上。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9840D-F811-4CA5-AC29-6A68A61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D0C9B-27B5-4BAD-8676-A71426FA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67FC4-54B8-4E98-8DC3-126A45BB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2D9926-F839-4A9F-9E6D-C586DC47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003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F0E62-8DF3-474F-AC7F-60B2A135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00550"/>
            <a:ext cx="8191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8D142-48B0-4388-8459-34902BB2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101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FCC81-DFD4-4607-8119-B2DF578F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910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33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让用户在练习过程中完成“识别偏差、理解方向、即时调整”的闭环。</a:t>
            </a:r>
          </a:p>
        </p:txBody>
      </p:sp>
    </p:spTree>
    <p:extLst>
      <p:ext uri="{BB962C8B-B14F-4D97-AF65-F5344CB8AC3E}">
        <p14:creationId xmlns:p14="http://schemas.microsoft.com/office/powerpoint/2010/main" val="406074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A543E-D740-482F-B453-930B4946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 暑假进展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0F2A93-CC65-420B-A81A-992F445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暑假工作总览：从主程序到可演示网页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AF7393-A7A8-4013-849C-58BC9C9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C43ED-F191-49C3-8C4B-3EF1DBB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0A963-F31F-43E2-92CC-4A6D336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4B2A71-2CBF-4885-BA03-C838025D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4A881-CA68-446B-9E2C-D049ED27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DD557-DFC0-41C1-A03B-82BFE65D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统一主程序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自动识别与手动评估共存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C58B3-2A2F-4CFA-9853-426CA7F4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A9769-AAF8-49F8-9FA2-36ABBA4C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7B591-C756-47AF-BC4D-CC009618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F07BA-9A3D-490C-A565-67D3BB6F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7月中旬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22FB0-2269-4263-9F04-F8E47B5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ESP32 固件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串口协议与左手环控制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490A7-F3C5-4692-95C2-63D7296F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80D07-A6D1-4267-AC1B-AA74CE8F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FDEDC-FC80-436D-B2BE-19AE73B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A4DA9-B6DF-4FCB-A89D-E8BA390D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A8082-0F5A-4201-954D-3D56FDAF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Web MVP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Warrior II 实时练习界面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506CF-07E5-4E3C-A023-4D2FB76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2DCB2-0F0D-4464-A0FF-B5F55C4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A2C51-A21B-4570-92C1-E045ACE3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5FC2BD-AEB1-47A5-9959-A7058EB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8月23日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13AD00-76CB-429E-9E2A-858A37BF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闭环强化</a:t>
            </a:r>
          </a:p>
          <a:p xmlns:a="http://schemas.openxmlformats.org/drawingml/2006/main">
            <a:pPr algn="l">
              <a:def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串口保活、测试、BLE 方案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B6C3F-7BAE-4502-8C47-BCDF5030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03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148B01-0C60-4E2F-ABC1-31E6D8B0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F4920-08FD-49C0-B7AB-B9F726E2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790700" cy="23812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68A3F4-3D32-45F1-B20B-E7A1D60C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902D94-0C33-416F-8979-F0CBBEA4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133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产品化扩展</a:t>
            </a:r>
          </a:p>
          <a:p xmlns:a="http://schemas.openxmlformats.org/drawingml/2006/main">
            <a:pPr algn="l">
              <a:def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BLE、双手环、多动作选择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F8C68E-DE56-4F23-9E34-FE82B50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月标准姿势库和申报材料作为基础；暑假重点是把系统收束成可演示闭环。</a:t>
            </a:r>
          </a:p>
        </p:txBody>
      </p:sp>
    </p:spTree>
    <p:extLst>
      <p:ext uri="{BB962C8B-B14F-4D97-AF65-F5344CB8AC3E}">
        <p14:creationId xmlns:p14="http://schemas.microsoft.com/office/powerpoint/2010/main" val="1269446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510537-D33D-4F01-8D8D-7FB57DAA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EA3B0-638E-44DE-BB0B-4A438830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系统架构：视觉、评分和触觉反馈形成闭环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79BCD-5817-465D-96D1-9661C769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CB7ED-A1C6-4E71-A296-73EA6FCC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33A1F-B006-421C-A9E3-21AF7990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7CC3D-D474-4DAC-830C-D8748279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ADA26-96ED-4E5F-BF36-9DC545A2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浏览器或 OpenCV 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20CE-3D07-463F-A465-441423F1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F2665-0B6A-465C-BC42-899AC089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F021D-7049-40F3-BE80-E0CA7C20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68DE0-FC99-4940-9BFB-C76E16E3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6F67-9BF6-4A6F-BACB-495042D1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提取 33 个关键点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82CDE-00BE-4163-B94A-FE537303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42425-0AA2-4BBC-B7DB-C6B62E1B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82559-1794-4020-96CB-D8E51633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5DF71-F50F-403F-B148-993487BA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稳定处理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7AE33C-1088-482A-A2C6-29461CF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滤波与静止检测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E2E0E-58E8-435D-96C5-C3DE4A23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B7F36-481C-4FE1-8AA3-BA31C4C5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1A540-2168-4FCB-A7BD-A9B57E5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D453F-CCB3-46CA-BC93-B948F7D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1FA11-7147-4A96-92D6-0ED25F45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8 个关节角比较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5EAAC-6D30-4476-AE0F-2EAF98B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F51A73-1504-4F5D-90AF-52341EBC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23581-59F0-44CF-B27A-21C27DE7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2E7F4-530C-453B-B90F-AC0B329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触觉映射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3CC87A-2B39-4D46-8136-86B1EB0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偏差转成马达方向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F8E619-CEA9-41A4-8389-3E38E51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D81ACC-B702-422A-82CD-E0C422C3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908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B3EEAE-4F5A-4FCF-A31A-11B1B731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09750"/>
            <a:ext cx="1485900" cy="20955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9F1313-BEF6-47A3-AAEB-01F3E3B3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59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5D2AB-B0DB-4540-A3D2-CCFB4E8A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066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串口驱动左手环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3645F-9C16-404B-8D09-E84F38FD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525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BBDE74-C5B6-4156-BF32-4EB23CEC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算法汇报边界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BF9623-F35F-412E-AD8F-3A9EEEB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9149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7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只讲输入、处理节点和输出，把主要时间留给网页 MVP 和硬件闭环。</a:t>
            </a:r>
          </a:p>
        </p:txBody>
      </p:sp>
    </p:spTree>
    <p:extLst>
      <p:ext uri="{BB962C8B-B14F-4D97-AF65-F5344CB8AC3E}">
        <p14:creationId xmlns:p14="http://schemas.microsoft.com/office/powerpoint/2010/main" val="2113256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868D9-14BB-4AD4-83CC-66AC0F9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007F7-86B0-4CD9-9CB5-61EA947B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姿态感知：从 33 个关键点提取 8 个关节角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1B4AD-D227-48F5-8CE5-9E118EC4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77EBDD-E177-448D-A539-15322A89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83049bffb450b"/>
          <a:srcRect xmlns:a="http://schemas.openxmlformats.org/drawingml/2006/main" l="8712" t="0" r="87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600200"/>
            <a:ext cx="4000500" cy="200025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00DB2-59EB-412F-83BC-BFEA7231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6822F-E0C2-4262-854E-792EC46A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834B7-3C0F-48C9-9944-D55A274F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 人体关键点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CB50D-44BC-485D-905F-4832AD97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1450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D5ABE-AB60-464A-9C9A-479C4A75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E9C2E-346C-48D6-89C0-0E9FA722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肩、肘、髋、膝关节角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FEB79-A9C7-49E5-BFAA-C92C2017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63A71-11BD-4487-9649-94E20523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1.2s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3D0BA-561E-4919-A7B6-98834C85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静止后触发评估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60CC7-0289-47C6-94D7-CDF63F60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95650"/>
            <a:ext cx="23431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8A040-7710-42EF-A9D1-88AF8A49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671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2B55F-56C2-4A57-B615-7886FCC8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检测与跟踪置信度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86E33-37B4-4E39-B59F-FB2B4B2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4000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15225-CA07-4148-BC09-4FD145D7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输入输出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38611-016E-45B1-8155-B50408A7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67250"/>
            <a:ext cx="3581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732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输入是摄像头画面，输出是可比较的关节角。滤波和静止检测用于减少误判。</a:t>
            </a:r>
          </a:p>
        </p:txBody>
      </p:sp>
    </p:spTree>
    <p:extLst>
      <p:ext uri="{BB962C8B-B14F-4D97-AF65-F5344CB8AC3E}">
        <p14:creationId xmlns:p14="http://schemas.microsoft.com/office/powerpoint/2010/main" val="2024657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528F3-A5E8-48F5-AE81-F759D6E6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 核心系统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2C8D14-44F7-4AE0-B34D-455AD3A5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标准姿势库：前期基础支撑假期 MVP 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246F4-7EAE-46B0-9301-176EAF10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69568-42E3-41A3-BD52-2F4FE35C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8f0b3361c46cf"/>
          <a:srcRect xmlns:a="http://schemas.openxmlformats.org/drawingml/2006/main" l="0" t="1060" r="0" b="10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62100"/>
            <a:ext cx="5715000" cy="3733800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04AEF-00F7-4D9A-A211-3AAE44B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项目已有 18 个标准姿势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EAEE-46FB-49B3-9226-11CF7FE3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669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7A5DB-0770-4F06-A22F-48214BD9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每个标准姿势保存 landmarks 和 average angles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F92CE-8CAC-4159-AFEC-1DE015D5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65DD9-CCD5-400C-A76E-1B2F47DB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2895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 当前固定使用 Warrior II 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D9CC8-26D8-4BD7-95DA-C700DD59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24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112EF-6FD1-442D-B48F-B09010DD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576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后续网页端可扩展为多姿势选择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28273-73A7-4B0C-9BC4-44BC37D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196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08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4-6 月成果在这里作为基础，不抢占暑假工作篇幅。</a:t>
            </a:r>
          </a:p>
        </p:txBody>
      </p:sp>
    </p:spTree>
    <p:extLst>
      <p:ext uri="{BB962C8B-B14F-4D97-AF65-F5344CB8AC3E}">
        <p14:creationId xmlns:p14="http://schemas.microsoft.com/office/powerpoint/2010/main" val="1544493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A34531-9909-4E67-A317-2145E5EE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2070-C76C-409A-9F93-0B4AD646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 MVP：采用 B/S 本地架构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81D49-AA58-4704-82E0-8B8B1EC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C852A-ECE0-4AED-87AD-47EC6FA7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68AB2-197D-49B9-869B-583C0063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D6D74-4823-425C-9EE9-896546BE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Browser 客户端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65FF9-FABA-4F52-A20D-28C7B72F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摄像头采集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交互按钮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60BC1-A893-42EF-8856-920F40F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D639A-B380-4ACD-904F-EC0850A0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HTTP 本地接口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49116-0A2E-46DC-879A-0DFD7E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/api/frame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GET /api/status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/api/reset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B0A4D6-964E-4B6B-8E97-B720618B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26479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E83EF-BB9B-4086-B2B5-A834BD0C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Python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087DB-62DF-4406-A3F0-F8EE3878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22288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MediaPipe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静止检测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角度评分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触觉指令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3859B-B2B2-4F9D-BE34-914F44B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2D282-FA56-4D43-ABC9-66A4DE25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244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ESP32 手环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A6CF8-273F-47FB-90A7-7231EEC1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816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090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USB 串口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方向与强度</a:t>
            </a:r>
          </a:p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四马达震动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5F2F20-C155-4907-B5AA-806926C9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1F9B0-462C-481A-AF03-41FADCC3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29E0D-2570-46BA-8D49-F73AAF54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6340D-6E4B-4A67-96AB-3E6D54B1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3367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D2CBF1-81AB-467F-B400-06B6B560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00500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3C06B-7041-427A-9599-7DA2B0BB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14850"/>
            <a:ext cx="3209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59691-8272-4132-96E7-7DB21B1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A3F743-64DE-49EA-BAA0-80D8762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当前传输内容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E0252F-9C91-4785-BD24-E8999B77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4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JPEG 摄像头帧，不是浏览器端已计算好的肢体点阵。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599AB5-02B5-4B63-BAD8-A743087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14850"/>
            <a:ext cx="2647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A0968-D253-4C5A-AD56-0AE16DCA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743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后续跨设备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360BA-AB86-4281-833F-95D53271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435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515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电脑作为局域网服务器时，建议使用 HTTPS 或 WSS。</a:t>
            </a:r>
          </a:p>
        </p:txBody>
      </p:sp>
    </p:spTree>
    <p:extLst>
      <p:ext uri="{BB962C8B-B14F-4D97-AF65-F5344CB8AC3E}">
        <p14:creationId xmlns:p14="http://schemas.microsoft.com/office/powerpoint/2010/main" val="498718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5B1A2A-35CE-4184-9ACE-173F1590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75AE1-C2FC-4DC2-8DA8-3F521D3F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本机服务器负责计算，浏览器负责采集和展示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A1406-CC63-4864-92E7-49B6930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0CF42-FA7E-47E2-86BB-82B9E50F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F936C-2BF8-44EF-804F-5891232B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C679D-0D62-40D5-98D3-78A8CE18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BA357-F77F-44AF-9E52-47302B4E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47CAC-042E-4A76-BCDE-8945D30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浏览器调用摄像头，生成 JPEG 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81D36-02CB-4B5A-BEA9-6CE9E28E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E50DE-8C23-4E50-9A25-3512E53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4B65E-8EB6-4263-B58F-E3C2FE27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传输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20645-5511-4357-9E27-9640EC7C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POST 到本机 /api/frame。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348D6-D546-453B-8B86-EA007DEE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D3F7A2-0B39-49C9-89D1-C0AB0628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685B92-B206-46E2-8E89-EE43D962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7D60B-4666-45D0-959E-F56AA320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71750"/>
            <a:ext cx="2238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服务计算关键点、关节角和评分。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0DDC8-CE5A-4FC4-A1C3-528052BB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3C822-1F8F-4196-A633-A903FD51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151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3F00B-D767-4805-AA41-940845B6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63E00-48C0-46EE-BD1E-9EEFAE74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页面更新结果，服务器发送手环指令。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C7D0A-915B-42F7-B521-59A8DB7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4D238-46ED-4683-9091-11B12FB3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E3BCB-9F79-489C-8E1C-6F0FA558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39995-FE9D-4845-84CE-D08C9EA6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79F2C-14EF-40A0-9340-D9797E1C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5EF17-B337-4FFB-BE1F-6E31AE14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33625"/>
            <a:ext cx="13335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FDED97-BCF4-4A07-AE8A-99A94A5A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4362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61DFCA-E60D-4C46-AC70-8A2E9FF7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为什么先做本地服务器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B4D9D-34B0-4805-AA3C-E6D511A6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5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延迟低，摄像头画面不离开电脑，USB 手环控制也更直接。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D26E1-881B-4492-8A12-A074C47A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3624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E8319D-3837-4DEB-A1E8-B56A9A6F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394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后续网络化改造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EE0B55-57C0-490C-BC5B-A9D38A6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6730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39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手机或其他电脑接入时，需要 HTTPS/WSS 保护摄像头帧或人体关键点数据。</a:t>
            </a:r>
          </a:p>
        </p:txBody>
      </p:sp>
    </p:spTree>
    <p:extLst>
      <p:ext uri="{BB962C8B-B14F-4D97-AF65-F5344CB8AC3E}">
        <p14:creationId xmlns:p14="http://schemas.microsoft.com/office/powerpoint/2010/main" val="1437419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DB9379-B8C6-42EC-B741-FE09EE7F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DBC097-6A9D-4381-9815-2AD0299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网页界面：一页完成练习、评分和手环状态展示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A6DD6-0F81-4389-A254-02CA8F0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2AFCD-719B-42BA-BCCF-FEE52BE9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4feca33a4486e"/>
          <a:stretch xmlns:a="http://schemas.openxmlformats.org/drawingml/2006/main"/>
        </p:blipFill>
        <p:spPr>
          <a:xfrm xmlns:a="http://schemas.openxmlformats.org/drawingml/2006/main">
            <a:off x="533400" y="1414204"/>
            <a:ext cx="6096000" cy="3591442"/>
          </a:xfrm>
          <a:prstGeom xmlns:a="http://schemas.openxmlformats.org/drawingml/2006/main" prst="roundRect">
            <a:avLst>
              <a:gd name="adj" fmla="val 2116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a12592c0c4267"/>
          <a:stretch xmlns:a="http://schemas.openxmlformats.org/drawingml/2006/main"/>
        </p:blipFill>
        <p:spPr>
          <a:xfrm xmlns:a="http://schemas.openxmlformats.org/drawingml/2006/main">
            <a:off x="7332256" y="1409700"/>
            <a:ext cx="3299637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90124144e84887"/>
          <a:stretch xmlns:a="http://schemas.openxmlformats.org/drawingml/2006/main"/>
        </p:blipFill>
        <p:spPr>
          <a:xfrm xmlns:a="http://schemas.openxmlformats.org/drawingml/2006/main">
            <a:off x="7874960" y="3638550"/>
            <a:ext cx="2214230" cy="18669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3184D-A2FA-476C-9024-88FED44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2974-7210-402F-9052-E5C8AB58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8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页面模块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706D6-170C-4619-942B-C5DD2263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483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摄像头画面、目标姿势、评分条、关节列表、USB 状态和左手环方向在同一工作台中展示。</a:t>
            </a:r>
          </a:p>
        </p:txBody>
      </p:sp>
    </p:spTree>
    <p:extLst>
      <p:ext uri="{BB962C8B-B14F-4D97-AF65-F5344CB8AC3E}">
        <p14:creationId xmlns:p14="http://schemas.microsoft.com/office/powerpoint/2010/main" val="1497032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0C28B-5702-4A76-9EA8-A305717A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481EB-7351-4423-82AE-358C3C2D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触觉反馈：把最大角度偏差转成一个震动方向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91890-041C-4A52-93B3-53B5A41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49364-80E1-494F-83C8-770C7F80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15ebc583346ad"/>
          <a:srcRect xmlns:a="http://schemas.openxmlformats.org/drawingml/2006/main" l="0" t="5041" r="0" b="50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3700" y="1581150"/>
            <a:ext cx="4095750" cy="3105150"/>
          </a:xfrm>
          <a:prstGeom xmlns:a="http://schemas.openxmlformats.org/drawingml/2006/main" prst="roundRect">
            <a:avLst>
              <a:gd name="adj" fmla="val 245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A7484-931D-4923-BD2F-D5660FC1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30B5B-361D-482E-8CAF-0584FBB0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954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当前 MVP 使用已验证的左手环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2CCE0-7034-4AE8-8F17-6B9BF8AA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9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3C31A-8353-40FB-A654-54FC14E4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每次只发送优先级最高的一个纠正方向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40393-7C8C-4FA9-963F-4D88D54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65738-639E-40DC-9A3B-1D3D4554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4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方向映射：上 M2、下 M0、左 M1、右 M3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D9B5C-C83B-47D8-B700-488F85EC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05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27CFE-6905-497B-B2CF-F96B5E3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4876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强度随偏差比例提升：150、200、255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E1DB5-FBCA-47BE-912D-26652F33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88C5C-D191-41D0-A2B0-23720A3B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反馈流程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A2EB0D-6BEB-4BB5-9BFA-5A317B06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19700"/>
            <a:ext cx="4533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82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关节偏差排序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选择最大偏差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映射方向和强度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发送左手环指令</a:t>
            </a:r>
          </a:p>
        </p:txBody>
      </p:sp>
    </p:spTree>
    <p:extLst>
      <p:ext uri="{BB962C8B-B14F-4D97-AF65-F5344CB8AC3E}">
        <p14:creationId xmlns:p14="http://schemas.microsoft.com/office/powerpoint/2010/main" val="16520875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C67E5-3324-4E95-9322-87A3A38D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04 网页与闭环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CB41A-76B9-4CEE-A040-D04A91C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硬件通信：USB 串口闭环和停震保护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2F91A-01CC-4033-84B2-21C86DFC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F436D-9648-454D-86FE-70759CB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28E2A-8B00-4AFE-BC92-2414E8D3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981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B1036-2336-4415-8FBE-A1A0900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L:2,150 R:N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DE310-2E34-49A2-9C99-472D08E5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左手环 M2 以 150 强度震动，右手环无动作。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EA9DA-3153-427F-802E-6D333216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E5665-2F3E-4F8B-B347-01BFFE2F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115200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F5C00-0791-4073-9441-E4305395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串口波特率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98BF9-8566-4298-8B9F-7181784B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28DDE-29D8-4A3E-BCDB-CC51E632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0.75s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E4AD3-CF65-4826-9269-D032D5B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电脑端保活间隔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CC9C2-5852-4B86-A0FE-99648C29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4041A1-EF2C-4BCD-BF8A-B4A4817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2s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F6DB5-7142-4EBA-A5C9-94CCD8B0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固件无命令自动停震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94F2B-D8EF-480D-AD52-CBCF85ED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43250"/>
            <a:ext cx="21907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D60E3-3405-46BB-A381-BDBE47DB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39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COM9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1F0BC0-C468-4233-AD55-846A1E02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默认手环串口，可覆盖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BD084F-8B66-4E45-9805-EFFA15D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4533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8F4F0"/>
          </a:solidFill>
          <a:ln xmlns:a="http://schemas.openxmlformats.org/drawingml/2006/main" w="9525">
            <a:solidFill>
              <a:srgbClr val="E5DCD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82273-166A-4BF6-87BE-7AE42DC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通信流程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0D4EE4-7C45-4B82-B0C2-C74DC82B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174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Python 生成命令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ESP32 解析 L 字段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GPIO 控制马达</a:t>
            </a:r>
          </a:p>
          <a:p xmlns:a="http://schemas.openxmlformats.org/drawingml/2006/main">
            <a:pPr algn="l">
              <a:def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超时自动停震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E520A-18A1-4D51-BEE6-17CE992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533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F111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3F6A4-90B4-4F88-A30F-54AEC44D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72050"/>
            <a:ext cx="411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EFB"/>
                </a:solidFill>
                <a:latin typeface="Microsoft YaHei"/>
                <a:ea typeface="Microsoft YaHei"/>
                <a:cs typeface="Microsoft YaHei"/>
              </a:rPr>
              <a:t>边界说明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D8C7F-BBB2-4A06-AB02-67D34388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29250"/>
            <a:ext cx="411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9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8D9D1"/>
                </a:solidFill>
                <a:latin typeface="Microsoft YaHei"/>
                <a:ea typeface="Microsoft YaHei"/>
                <a:cs typeface="Microsoft YaHei"/>
              </a:rPr>
              <a:t>BLE 已有迁移方案，但当前汇报不要说成已完成。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389720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ABC3E-BCB0-4C74-9E50-CEA1B4A3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4F00"/>
                </a:solidFill>
                <a:latin typeface="Microsoft YaHei"/>
                <a:ea typeface="Microsoft YaHei"/>
                <a:cs typeface="Microsoft YaHei"/>
              </a:rPr>
              <a:t>05 总结与计划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1FA18-34F7-49E8-8EDA-D40978B1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总结与下一步：从可演示 MVP 走向无线化和多动作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66C37-DA90-4910-9E84-7999A140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05D52"/>
                </a:solidFill>
                <a:latin typeface="Microsoft YaHei"/>
                <a:ea typeface="Microsoft YaHei"/>
                <a:cs typeface="Microsoft YaHei"/>
              </a:rPr>
              <a:t>YogaTutor 暑假进展汇报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F256B-6814-44FC-A065-049883BB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D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E3D19-3452-47FC-8AB3-EC82AF85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暑假完成的核心成果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7C56A-A518-4106-85DE-0987F22C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CC5E4-9CE6-4C1A-B92A-75E78AC7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形成 Warrior II 网页练习工作台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7D227-889B-4AD8-AFF5-F8F20237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0B7E7-6340-43CB-B7B6-EB4721D4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跑通本机视觉计算到左手环震动的闭环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94EA0-CF00-43AE-AD53-4F542CEB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19770-EE8F-49BC-B3FD-78B032DE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68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7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明确 USB MVP、BLE 待迁移和双手环待扩展的边界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3AC51-9C5B-4FBC-ADDB-CC6AD4D2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0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后续计划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F45CD-3529-48CA-94B4-B7112928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38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1BE47-9134-4D30-BE24-06305AA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717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BLE GATT 替代 USB 串口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7B769-A177-48DB-953F-A860A44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52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B34B02-FCCE-4C60-A932-ED369800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扩展双手环 GPIO 和固件协议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16FACB-1526-432D-AADD-7689E7BA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70B350-6A15-4952-931F-CCB3E69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网页端支持多姿势选择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D44FD-6895-4F27-B1A6-BBC79F76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81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F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384A1-E4E4-4042-9E5C-276D685D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3829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补充真实用户测试和长期稳定性验证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CF692-11D9-4107-8ABD-F1E338E1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94869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E4D6"/>
          </a:solidFill>
          <a:ln xmlns:a="http://schemas.openxmlformats.org/drawingml/2006/main" w="9525">
            <a:solidFill>
              <a:srgbClr val="FFD1B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0357-A2D2-4486-BEF9-3BA877D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1515"/>
                </a:solidFill>
                <a:latin typeface="Microsoft YaHei"/>
                <a:ea typeface="Microsoft YaHei"/>
                <a:cs typeface="Microsoft YaHei"/>
              </a:rPr>
              <a:t>一句话收束：暑假阶段把 YogaTutor 从算法模块推进到边界清晰、可演示的本地 MVP。</a:t>
            </a:r>
          </a:p>
        </p:txBody>
      </p:sp>
    </p:spTree>
    <p:extLst>
      <p:ext uri="{BB962C8B-B14F-4D97-AF65-F5344CB8AC3E}">
        <p14:creationId xmlns:p14="http://schemas.microsoft.com/office/powerpoint/2010/main" val="206332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2026-09-04T13:39:36.0810000Z</dcterms:created>
  <dcterms:modified xsi:type="dcterms:W3CDTF">2026-09-04T13:39:36.0810000Z</dcterms:modified>
</coreProperties>
</file>
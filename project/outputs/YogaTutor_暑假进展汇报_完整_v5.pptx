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decc8c168442eb" /><Relationship Type="http://schemas.openxmlformats.org/officeDocument/2006/relationships/extended-properties" Target="/docProps/app.xml" Id="R18ec50608bd7473d" /><Relationship Type="http://schemas.openxmlformats.org/officeDocument/2006/relationships/officeDocument" Target="/ppt/presentation.xml" Id="R0719dcd464bf43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962e734d6400d"/>
  </p:sldMasterIdLst>
  <p:notesMasterIdLst>
    <p:notesMasterId xmlns:r="http://schemas.openxmlformats.org/officeDocument/2006/relationships" r:id="Ra3424f30759b4b86"/>
  </p:notesMasterIdLst>
  <p:sldIdLst>
    <p:sldId xmlns:r="http://schemas.openxmlformats.org/officeDocument/2006/relationships" id="256" r:id="Rb58f4476267e4e45"/>
    <p:sldId xmlns:r="http://schemas.openxmlformats.org/officeDocument/2006/relationships" id="257" r:id="R451b424a24cd4dd0"/>
    <p:sldId xmlns:r="http://schemas.openxmlformats.org/officeDocument/2006/relationships" id="258" r:id="R6764c28872d34875"/>
    <p:sldId xmlns:r="http://schemas.openxmlformats.org/officeDocument/2006/relationships" id="259" r:id="Rfd560b316a3d4c0f"/>
    <p:sldId xmlns:r="http://schemas.openxmlformats.org/officeDocument/2006/relationships" id="260" r:id="Rf6ad2493a8d44884"/>
    <p:sldId xmlns:r="http://schemas.openxmlformats.org/officeDocument/2006/relationships" id="261" r:id="R58593626d9e84d9d"/>
    <p:sldId xmlns:r="http://schemas.openxmlformats.org/officeDocument/2006/relationships" id="262" r:id="Rfb756dcd5f924188"/>
    <p:sldId xmlns:r="http://schemas.openxmlformats.org/officeDocument/2006/relationships" id="263" r:id="R47019961953348ad"/>
    <p:sldId xmlns:r="http://schemas.openxmlformats.org/officeDocument/2006/relationships" id="264" r:id="R0f2f6950d97f4417"/>
    <p:sldId xmlns:r="http://schemas.openxmlformats.org/officeDocument/2006/relationships" id="265" r:id="R4459d8fdd5794754"/>
    <p:sldId xmlns:r="http://schemas.openxmlformats.org/officeDocument/2006/relationships" id="266" r:id="R2b22cb2ccc11488b"/>
    <p:sldId xmlns:r="http://schemas.openxmlformats.org/officeDocument/2006/relationships" id="267" r:id="Rc79f3d5b34e647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2869d1d804ed3" /><Relationship Type="http://schemas.openxmlformats.org/officeDocument/2006/relationships/slideMaster" Target="/ppt/slideMasters/slideMaster1.xml" Id="Rd54962e734d6400d" /><Relationship Type="http://schemas.openxmlformats.org/officeDocument/2006/relationships/notesMaster" Target="/ppt/notesMasters/notesMaster1.xml" Id="Ra3424f30759b4b86" /><Relationship Type="http://schemas.openxmlformats.org/officeDocument/2006/relationships/presProps" Target="/ppt/presProps.xml" Id="Rd5ff77d9d4244e20" /><Relationship Type="http://schemas.openxmlformats.org/officeDocument/2006/relationships/tableStyles" Target="/ppt/tableStyles.xml" Id="R537ae611367a4114" /><Relationship Type="http://schemas.openxmlformats.org/officeDocument/2006/relationships/slide" Target="/ppt/slides/slide1.xml" Id="Rb58f4476267e4e45" /><Relationship Type="http://schemas.openxmlformats.org/officeDocument/2006/relationships/slide" Target="/ppt/slides/slide2.xml" Id="R451b424a24cd4dd0" /><Relationship Type="http://schemas.openxmlformats.org/officeDocument/2006/relationships/slide" Target="/ppt/slides/slide3.xml" Id="R6764c28872d34875" /><Relationship Type="http://schemas.openxmlformats.org/officeDocument/2006/relationships/slide" Target="/ppt/slides/slide4.xml" Id="Rfd560b316a3d4c0f" /><Relationship Type="http://schemas.openxmlformats.org/officeDocument/2006/relationships/slide" Target="/ppt/slides/slide5.xml" Id="Rf6ad2493a8d44884" /><Relationship Type="http://schemas.openxmlformats.org/officeDocument/2006/relationships/slide" Target="/ppt/slides/slide6.xml" Id="R58593626d9e84d9d" /><Relationship Type="http://schemas.openxmlformats.org/officeDocument/2006/relationships/slide" Target="/ppt/slides/slide7.xml" Id="Rfb756dcd5f924188" /><Relationship Type="http://schemas.openxmlformats.org/officeDocument/2006/relationships/slide" Target="/ppt/slides/slide8.xml" Id="R47019961953348ad" /><Relationship Type="http://schemas.openxmlformats.org/officeDocument/2006/relationships/slide" Target="/ppt/slides/slide9.xml" Id="R0f2f6950d97f4417" /><Relationship Type="http://schemas.openxmlformats.org/officeDocument/2006/relationships/slide" Target="/ppt/slides/slide10.xml" Id="R4459d8fdd5794754" /><Relationship Type="http://schemas.openxmlformats.org/officeDocument/2006/relationships/slide" Target="/ppt/slides/slide11.xml" Id="R2b22cb2ccc11488b" /><Relationship Type="http://schemas.openxmlformats.org/officeDocument/2006/relationships/slide" Target="/ppt/slides/slide12.xml" Id="Rc79f3d5b34e647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3ef44432de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77a5bc2e24a90" /><Relationship Type="http://schemas.openxmlformats.org/officeDocument/2006/relationships/notesMaster" Target="/ppt/notesMasters/notesMaster1.xml" Id="R1f893f04b6994a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5eec01d9cc41e2" /><Relationship Type="http://schemas.openxmlformats.org/officeDocument/2006/relationships/notesMaster" Target="/ppt/notesMasters/notesMaster1.xml" Id="R56c168cbc8814a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ebe825ddef49bf" /><Relationship Type="http://schemas.openxmlformats.org/officeDocument/2006/relationships/notesMaster" Target="/ppt/notesMasters/notesMaster1.xml" Id="R4097cfc4ebd74d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00205cbf474a3c" /><Relationship Type="http://schemas.openxmlformats.org/officeDocument/2006/relationships/notesMaster" Target="/ppt/notesMasters/notesMaster1.xml" Id="Ree79896e85cd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3e8a7fbd514f2f" /><Relationship Type="http://schemas.openxmlformats.org/officeDocument/2006/relationships/notesMaster" Target="/ppt/notesMasters/notesMaster1.xml" Id="R9b4ba8c8fc91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09ee52abf44818" /><Relationship Type="http://schemas.openxmlformats.org/officeDocument/2006/relationships/notesMaster" Target="/ppt/notesMasters/notesMaster1.xml" Id="R8f98c6b4a613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f5e44dd87f432d" /><Relationship Type="http://schemas.openxmlformats.org/officeDocument/2006/relationships/notesMaster" Target="/ppt/notesMasters/notesMaster1.xml" Id="Rd590aeb3f88846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e95b80631c4315" /><Relationship Type="http://schemas.openxmlformats.org/officeDocument/2006/relationships/notesMaster" Target="/ppt/notesMasters/notesMaster1.xml" Id="R59612ff4594c42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0f917d4d4c4309" /><Relationship Type="http://schemas.openxmlformats.org/officeDocument/2006/relationships/notesMaster" Target="/ppt/notesMasters/notesMaster1.xml" Id="Raa59a0c6ec264e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d8c73f52364b54" /><Relationship Type="http://schemas.openxmlformats.org/officeDocument/2006/relationships/notesMaster" Target="/ppt/notesMasters/notesMaster1.xml" Id="R7f97515fb94045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69293ceafd44ca" /><Relationship Type="http://schemas.openxmlformats.org/officeDocument/2006/relationships/notesMaster" Target="/ppt/notesMasters/notesMaster1.xml" Id="Rfc8e945d3a8e43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5018f6efb04922" /><Relationship Type="http://schemas.openxmlformats.org/officeDocument/2006/relationships/notesMaster" Target="/ppt/notesMasters/notesMaster1.xml" Id="Rb89e7613305645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封面。标准姿势图来自 src/standard_images/Warrior II Pose.jpg。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项目目标根据 docs/README.md 和网页文案整理。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时间线基于项目文件修改时间和 docs/README.md、docs/hardware.md、web/README.md、docs/BLE_MIGRATION.md。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参数来自 src/config.py 和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标准姿势列表来自 src/standard_poses 和 src/standard_images。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网页架构来自 web/app.js、src/web_mvp_server.py 和 web/README.md。当前是 localhost HTTP；跨设备部署建议 HTTPS/WSS。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当前接口来自 src/web_mvp_server.py：/api/status、/api/frame、/api/reset。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截图由 web/index.html 分块截取。静态截图显示未开启摄像头状态，实际演示需使用 web/start-local.ps1 启动 Python 识别服务。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触觉反馈映射来自 src/haptic_feedback.py 和 tests/test_mvp_logic.py。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串口协议来自 docs/hardware.md、src/esp32_controller.py、firmware/yoga_bands/yoga_bands.ino、docs/BLE_MIGRATION.md。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总结结合 docs/README.md、web/README.md 和 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04b38d7bd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ee77208bd46ad" /><Relationship Type="http://schemas.openxmlformats.org/officeDocument/2006/relationships/slideLayout" Target="/ppt/slideLayouts/slideLayout1.xml" Id="R68c7eae7b0ab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c7eae7b0ab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615a383474b42" /><Relationship Type="http://schemas.openxmlformats.org/officeDocument/2006/relationships/image" Target="/ppt/media/image.png" Id="Ra713e03e8fa540f2" /><Relationship Type="http://schemas.openxmlformats.org/officeDocument/2006/relationships/notesSlide" Target="/ppt/notesSlides/notesSlide1.xml" Id="Rd76d3d0e4b974a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a1f8d6e464cd5" /><Relationship Type="http://schemas.openxmlformats.org/officeDocument/2006/relationships/notesSlide" Target="/ppt/notesSlides/notesSlide2.xml" Id="R35c67ca2074e4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b4a0aa8284cc8" /><Relationship Type="http://schemas.openxmlformats.org/officeDocument/2006/relationships/notesSlide" Target="/ppt/notesSlides/notesSlide3.xml" Id="Reaf30a8a3635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7b6a13756417d" /><Relationship Type="http://schemas.openxmlformats.org/officeDocument/2006/relationships/notesSlide" Target="/ppt/notesSlides/notesSlide4.xml" Id="R3225b77bb59d4c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d47ba96334633" /><Relationship Type="http://schemas.openxmlformats.org/officeDocument/2006/relationships/image" Target="/ppt/media/image2.png" Id="R23e3bfbc851e4e00" /><Relationship Type="http://schemas.openxmlformats.org/officeDocument/2006/relationships/notesSlide" Target="/ppt/notesSlides/notesSlide5.xml" Id="R7a175a6e75234e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65dd190874827" /><Relationship Type="http://schemas.openxmlformats.org/officeDocument/2006/relationships/image" Target="/ppt/media/image3.png" Id="R9e817b8faa6f4b17" /><Relationship Type="http://schemas.openxmlformats.org/officeDocument/2006/relationships/notesSlide" Target="/ppt/notesSlides/notesSlide6.xml" Id="R6b71a57e13b24c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d5a52f1d64283" /><Relationship Type="http://schemas.openxmlformats.org/officeDocument/2006/relationships/notesSlide" Target="/ppt/notesSlides/notesSlide7.xml" Id="R90f4effbdfc540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c976821b8498c" /><Relationship Type="http://schemas.openxmlformats.org/officeDocument/2006/relationships/notesSlide" Target="/ppt/notesSlides/notesSlide8.xml" Id="R2469562f3af544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9b0cc80bf48f4" /><Relationship Type="http://schemas.openxmlformats.org/officeDocument/2006/relationships/image" Target="/ppt/media/image4.png" Id="Rde222fc01e6a47f0" /><Relationship Type="http://schemas.openxmlformats.org/officeDocument/2006/relationships/image" Target="/ppt/media/image5.png" Id="R6f5f628643e14383" /><Relationship Type="http://schemas.openxmlformats.org/officeDocument/2006/relationships/image" Target="/ppt/media/image6.png" Id="R77638121c9ce4273" /><Relationship Type="http://schemas.openxmlformats.org/officeDocument/2006/relationships/notesSlide" Target="/ppt/notesSlides/notesSlide9.xml" Id="Rd2c10424f4104f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031867a584e75" /><Relationship Type="http://schemas.openxmlformats.org/officeDocument/2006/relationships/image" Target="/ppt/media/image7.png" Id="Rab6b671376994767" /><Relationship Type="http://schemas.openxmlformats.org/officeDocument/2006/relationships/notesSlide" Target="/ppt/notesSlides/notesSlide10.xml" Id="R8599722a269847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94a1bed51438b" /><Relationship Type="http://schemas.openxmlformats.org/officeDocument/2006/relationships/notesSlide" Target="/ppt/notesSlides/notesSlide11.xml" Id="R8cce19b83f3a48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49829fd484a31" /><Relationship Type="http://schemas.openxmlformats.org/officeDocument/2006/relationships/notesSlide" Target="/ppt/notesSlides/notesSlide12.xml" Id="Rb47d612a1de74b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3e03e8fa540f2"/>
          <a:srcRect xmlns:a="http://schemas.openxmlformats.org/drawingml/2006/main" l="13333" t="0" r="1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93768-9CD6-48F8-9461-F0007CAD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1173E-495A-4413-B1E3-702C55B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视觉感知 × 单腕触觉引导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06E76-E76C-40A2-BB9A-DF3D153A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YogaTutor</a:t>
            </a:r>
          </a:p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暑假进展汇报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C74F3-D41A-46C6-B074-934AA6CA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基于视觉感知和多方向触觉引导的实时动作矫正系统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80F18-25C1-4DE1-911C-53AFC1BF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B485D-E1AE-4F86-A4BC-BE98AFA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2026 年 7-8 月阶段成果</a:t>
            </a:r>
          </a:p>
        </p:txBody>
      </p:sp>
    </p:spTree>
    <p:extLst>
      <p:ext uri="{BB962C8B-B14F-4D97-AF65-F5344CB8AC3E}">
        <p14:creationId xmlns:p14="http://schemas.microsoft.com/office/powerpoint/2010/main" val="335245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FA6BE-938E-404E-AEAA-173410A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 背景与目标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141C9-5D33-4392-9ABF-6FE98B30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项目目标：让用户看见偏差，感受调整方向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61D45-CDE7-4E1F-8CAF-EB68B587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ED298-E935-46FD-BEAD-977E2669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FB161-BF9E-4DF4-AE52-39788215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07D01-0FAB-448D-A7C5-D91FF031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练习痛点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EE1E1-2F05-4641-8223-9CC917F6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视频教学无法实时指出角度偏差，用户低头看屏幕也会破坏动作保持。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E6864-0030-4D4C-AAFE-8E9D1725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06F8D-5C99-4FCA-B703-0F7E58AD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视觉判断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6E1A1-3C3E-44B9-88B7-951B3CCB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摄像头识别人体关键点，系统把动作转成可比较的关节角。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7C24B-C511-4C9E-AF01-9DDF8BA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E0C58-B273-4511-92BB-BFC3647E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触觉引导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16316-5796-4C01-B712-F11A45BF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手环不只提醒错误，而是把纠正方向传到身体上。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B79E7-3565-409F-88CA-61682C01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E6184-B478-4205-B599-9D24EC51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CE42F-3FED-4FFA-9192-A076191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9D81A-A29F-4CD5-A200-88C0B567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40F5D-F2A3-4DD2-9E71-3F189A79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8191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DB5B2-3FC5-45BA-A2C5-21FA4FE4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D5FCA-7CB2-4AFE-9E54-DC697AAD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910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让用户在练习过程中完成“识别偏差、理解方向、即时调整”的闭环。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948661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41BEE-73B5-4286-B613-E2BC34D9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 暑假进展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6AF28-6FBA-4329-8661-4DAD4A80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暑假工作总览：从主程序到可演示网页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95112-A506-4FF4-918D-D65CDE25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DE6E-8B0F-4919-B5FF-7ADC2C59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E52BE-6277-4EC1-8256-8D16D817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7BA46-5B71-4F2F-B0FD-210F95E1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2EDAA-A189-4966-81C4-04AD8A0C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BF484-230C-4987-A0ED-A37653CA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统一主程序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自动识别与手动评估共存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57836-7472-40B3-85EB-E54D4DFA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84550-5944-4540-9A18-47E6AD4A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ACA87-F658-4650-9B18-88DF384A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79A38-BE5B-43DB-AC0A-93F02216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D2707-F523-4D3B-A53B-C2F07F90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ESP32 固件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串口协议与左手环控制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22ADF-BC2D-4043-9F74-CB28379D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47A4F-6FA7-4F17-9AC9-D213EA6C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89873-431E-4FAF-8453-4CA7E60F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2F390-4798-478E-9E6B-99B2D3FA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1D81B-EA9A-4C01-BD04-F33A8DFF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Warrior II 实时练习界面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0F4E6-8C37-4624-9A48-E0C9D843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60051-F898-47F2-9C37-ED5D0D2F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F0CD8-1C9D-43E5-8B62-190AA909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2ECD2-70EB-449B-9E32-FD6E2903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693B1-779A-4713-BF1E-709AF92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闭环强化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串口保活、测试、BLE 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FDCDC-ADF4-4C55-BA3D-C59C6A60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65E9F-ABF5-46DC-A1B9-7584D8AC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268FB-5D46-4526-B0E3-127B7FA8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325FD-926C-4F1E-89C2-CC45DCE5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C3C57-7BCD-4664-9A8F-0F4EFEB0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产品化扩展</a:t>
            </a:r>
          </a:p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BLE、双手环、多动作选择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990D7-DA71-4736-AC8F-373C330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月标准姿势库和申报材料作为基础；暑假重点是把系统收束成可演示闭环。</a:t>
            </a:r>
          </a:p>
        </p:txBody>
      </p:sp>
    </p:spTree>
    <p:extLst>
      <p:ext uri="{BB962C8B-B14F-4D97-AF65-F5344CB8AC3E}">
        <p14:creationId xmlns:p14="http://schemas.microsoft.com/office/powerpoint/2010/main" val="824326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CAD822-DB2C-48B6-BD13-37EB160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B093A-BCD3-45BA-A664-A0BDF714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系统架构：视觉、评分和触觉反馈形成闭环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72551-48B5-4553-999D-57146208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D8DCA-0283-497B-97A0-46465E32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4CB71-759F-4828-A281-27A87EA6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1D2E-E3A5-41B0-8C89-9B145F2D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34B47-55C5-4D87-BA7D-48DCF00A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浏览器或 OpenCV 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98D13-3C21-4563-A681-2A0D2D90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C1F66-FE60-46C3-AF75-5B401B4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B051C-380C-41F0-9B82-D4F14575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AD84A-C908-4EA3-96CD-194421D2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7C00F-66A7-4056-B784-4AEDA692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提取 33 个关键点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136D2-785E-441C-85E9-04E2FCC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30373-DB1D-4D0C-ACCB-4E838C55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DA123-CE33-44DF-94B5-07DE6BE5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6843D-57E4-4E9E-9094-020DA55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稳定处理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1EFA5-9AC8-4564-BEE5-2505AE5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滤波与静止检测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410F4-BD6C-48CA-B0AC-F3CB272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77497-C9C7-4C2F-853C-2CFB1859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DC595-707B-47B0-8D46-ECAD935B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77C6A-E60B-4092-8A65-E072F8B1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36AD9-5A18-4993-899E-096D0400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8 个关节角比较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BEE44-9358-41B4-ACFA-41552996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564D9-83E5-4C0A-AE04-FD1E515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D79887-F8F9-40AC-B629-0DA60329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2FF370-4E3D-458A-ACC7-A57433AA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触觉映射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38529-CD31-49D1-9463-4350ABA3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偏差转成马达方向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8E5CA-2584-4B88-8FA1-7711EAD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4842F-2481-4C8C-8BAC-2089BBAD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FB856-484E-4D43-A189-0A1FB5E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9354E-D7DD-4243-841D-0A29193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D9B244-1139-4410-88DF-F5E6437A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串口驱动左手环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1DE023-2FDD-4D27-81A2-D703F6BD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DEB210-FC82-4DA5-8006-56FB84B9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算法汇报边界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8B0465-D81A-49AE-BB21-3499279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1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只讲输入、处理节点和输出，把主要时间留给网页 MVP 和硬件闭环。</a:t>
            </a:r>
          </a:p>
        </p:txBody>
      </p:sp>
    </p:spTree>
    <p:extLst>
      <p:ext uri="{BB962C8B-B14F-4D97-AF65-F5344CB8AC3E}">
        <p14:creationId xmlns:p14="http://schemas.microsoft.com/office/powerpoint/2010/main" val="491047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B468D-1883-47FA-8182-B64A2369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F820D-734B-404C-9B64-C6B0C449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姿态感知：从 33 个关键点提取 8 个关节角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9F0AA-3A44-48F8-8F7A-FC600D87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C8BF-0BA0-4D24-9852-427C76C0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3bfbc851e4e00"/>
          <a:srcRect xmlns:a="http://schemas.openxmlformats.org/drawingml/2006/main" l="8712" t="0" r="87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60020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42F55-D041-4543-AA0B-CDF6585E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31D39-D604-45E7-9C0A-E23613B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5CF26-C133-42BC-8FA3-E84AAAA6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人体关键点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0318E-8692-4CCD-97ED-2FE720FC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F32B8-FF5D-4AAF-9831-CD9B0CA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ABC4E-BBF0-47E3-B72F-A6ACE3B1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肩、肘、髋、膝关节角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37FEE-7DF5-4738-AF11-2FF3AE70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E1AEB-E9E5-4AFA-ACEF-D090908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1.2s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60D2C-1A67-40F9-89A3-CE530EE8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静止后触发评估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E22DE-D6FC-4EC8-8AD4-02780E0A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1DDB1-06D8-4243-A452-814AD8DE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CA759-24E9-4629-82E2-7C36851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检测与跟踪置信度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AA45D-9342-4DD4-92E4-02B660E7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6D1B6-9B2B-484B-A129-D251F59F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BBE35-5741-4A5B-9238-35580760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输入是摄像头画面，输出是可比较的关节角。滤波和静止检测用于减少误判。</a:t>
            </a:r>
          </a:p>
        </p:txBody>
      </p:sp>
    </p:spTree>
    <p:extLst>
      <p:ext uri="{BB962C8B-B14F-4D97-AF65-F5344CB8AC3E}">
        <p14:creationId xmlns:p14="http://schemas.microsoft.com/office/powerpoint/2010/main" val="549567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E4A24-27D6-4234-867C-FC831543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85266-85ED-40D9-B7E8-D52DC74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标准姿势库：前期基础支撑假期 MVP 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965D0-18BA-417D-99F9-C962DD98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99036-F96B-4F3A-B499-518CFA8A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17b8faa6f4b17"/>
          <a:srcRect xmlns:a="http://schemas.openxmlformats.org/drawingml/2006/main" l="0" t="1060" r="0" b="1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715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671F2-0664-4C04-AB2E-B88D8F4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项目已有 18 个标准姿势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84190-18ED-4FBB-B215-96A9F26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B4BB4-1C59-4CFD-BABC-A7D0BAE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每个标准姿势保存 landmarks 和 average angles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F2DD0-EFC8-4D88-9122-EF5AB17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3145D-9AFA-4EA2-88B1-61D9B067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当前固定使用 Warrior II 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DE538-71B8-4851-9D9D-09F6B899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24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9BB7C-AFF6-427F-B8EE-FF5FEB2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后续网页端可扩展为多姿势选择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0DE3B-D7A2-4426-9C01-9E163AC8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月成果在这里作为基础，不抢占暑假工作篇幅。</a:t>
            </a:r>
          </a:p>
        </p:txBody>
      </p:sp>
    </p:spTree>
    <p:extLst>
      <p:ext uri="{BB962C8B-B14F-4D97-AF65-F5344CB8AC3E}">
        <p14:creationId xmlns:p14="http://schemas.microsoft.com/office/powerpoint/2010/main" val="1729910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D6968-7484-45CE-9650-7CBAE4D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FF95D-6348-47F4-9A9C-7D2CA6B9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MVP：采用 B/S 本地架构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EE7C3-BEC4-4FBA-B7AE-73B113C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B9A3F-9440-4EE3-8C43-83CB674C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1F6EE-B602-49BC-B92A-A683D34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DD7D9-2705-439B-8A01-D77B2ABA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3184A-1CCF-4F12-8639-523EBFF5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摄像头采集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交互按钮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6DB69-CC5F-4600-85A4-1206416B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B5EF4-B343-475B-8357-0DDD23A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HTTP 本地接口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3691F-14A8-45D6-82AC-346023F6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/api/frame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GET /api/status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86E8-11EB-49F0-8E66-AC2547FE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B67BD-1B6D-49AD-94FF-EA048ECE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7337F-C199-489E-9E84-CE8B005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静止检测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触觉指令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A3916-41DA-4AF7-9FCF-6EAB2B76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9600"/>
            <a:ext cx="28194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4C31C-806F-4190-81CA-A6FD1E25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05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1F6B5-EB49-4D80-A9CE-0642A761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625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</a:t>
            </a:r>
          </a:p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方向强度</a:t>
            </a:r>
          </a:p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马达震动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7CBA7-D8FA-4D12-80B9-05CE8071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1C5FD-BFE0-480A-B310-80AD839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9A5CF-338B-4BC4-A2A1-FB5DA02E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E272F-CCEC-4303-A89B-BA9B454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305CD-DF2A-4E5A-8694-4D3D73B9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005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0871C-B72C-45F5-834A-55B7108B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14850"/>
            <a:ext cx="3209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6AAB8-5B78-4B79-9F63-41D25F3F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C9C04-0355-4291-A303-72AF1A39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当前传输内容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A8A33-F7CE-471C-8E3F-D01EA8CE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JPEG 摄像头帧</a:t>
            </a:r>
          </a:p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不是肢体点阵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2B627-F082-419C-BE30-F58CA6EC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C2F40-2EA9-415E-A620-B7602FE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后续跨设备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B49552-EC92-40A9-B6DE-23E09819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跨设备访问时</a:t>
            </a:r>
          </a:p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建议 HTTPS 或 WSS</a:t>
            </a:r>
          </a:p>
        </p:txBody>
      </p:sp>
    </p:spTree>
    <p:extLst>
      <p:ext uri="{BB962C8B-B14F-4D97-AF65-F5344CB8AC3E}">
        <p14:creationId xmlns:p14="http://schemas.microsoft.com/office/powerpoint/2010/main" val="782238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BBEA5E-753C-4384-85E1-0A69B1F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85710-4083-4753-BC39-A9CE5B0C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本机服务器负责计算，浏览器负责采集和展示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FFC2D-1EA0-4F9D-896C-651ABC2A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C84D6-D75D-4659-9D2C-9B732DD8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9DA0F-C222-4ABC-9963-48764C94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3EBE9-A6AD-4D98-9F90-88F20C2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143A7-8ADB-4CB2-A608-EB9D30E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C1061-974D-47FA-8CF3-B8E46922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浏览器调用摄像头，生成 JPEG 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70A55-8265-454C-9F44-3019B70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8EF67-B9FB-45BC-ADA0-FFD2595F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71ED0-EB71-4079-AC8E-279069A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17506-580C-49F7-B227-A7795AE6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到本机 /api/frame。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56B55-866F-4FCA-9117-0A13E462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656FF-B7BC-4706-A2F6-4C8F292C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4FE6B-5E26-476F-ABDA-DBB01CF6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87365-7C15-4F0E-91F9-B168A21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服务计算关键点、关节角和评分。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E2C5E-2B77-4AAF-8B0F-F3C1603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7D8AF-88D6-4B53-BF77-613D3573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E7FC9-E4AA-4790-9564-E3F546FC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8DF98-23A6-4984-A973-410E3774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页面更新结果，服务器发送手环指令。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4F334-7AD4-4E33-9FF9-2935C3A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7CC090-4CF6-4976-A237-C602FE9A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5277B-FA35-44AA-95E7-3EB1204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0C157-DD75-4F3F-804B-A48571B5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00333-EA58-4481-BE54-E408AB8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890B1-8095-4790-BAD0-029343B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BBF1D-DBC2-41A1-9C52-4898286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4362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6DCBE-31CB-4427-8670-69587E6C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为什么先做本地服务器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B78F34-0B44-4F1A-9627-F96F8045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延迟低，摄像头画面不离开电脑，USB 手环控制也更直接。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5C3EE-888C-42DB-86BA-8B5A2C8A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3624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06922-8B9A-459D-AE0B-57DAEEA2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后续网络化改造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8FB79C-6A23-421F-A9A0-087EFF3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跨设备接入时，用 HTTPS/WSS 保护摄像头帧或关键点数据。</a:t>
            </a:r>
          </a:p>
        </p:txBody>
      </p:sp>
    </p:spTree>
    <p:extLst>
      <p:ext uri="{BB962C8B-B14F-4D97-AF65-F5344CB8AC3E}">
        <p14:creationId xmlns:p14="http://schemas.microsoft.com/office/powerpoint/2010/main" val="972936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4AF44-3971-459E-B652-E7FF27E7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FACA2-7CC9-4DF5-AD71-58233C1E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网页界面：一页完成练习、评分和手环状态展示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24C6A-DEDD-46C4-ACE0-88094BB9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AB64D-11B1-451A-80ED-DC31367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22fc01e6a47f0"/>
          <a:stretch xmlns:a="http://schemas.openxmlformats.org/drawingml/2006/main"/>
        </p:blipFill>
        <p:spPr>
          <a:xfrm xmlns:a="http://schemas.openxmlformats.org/drawingml/2006/main">
            <a:off x="533400" y="1414204"/>
            <a:ext cx="6096000" cy="3591442"/>
          </a:xfrm>
          <a:prstGeom xmlns:a="http://schemas.openxmlformats.org/drawingml/2006/main" prst="roundRect">
            <a:avLst>
              <a:gd name="adj" fmla="val 211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f628643e14383"/>
          <a:stretch xmlns:a="http://schemas.openxmlformats.org/drawingml/2006/main"/>
        </p:blipFill>
        <p:spPr>
          <a:xfrm xmlns:a="http://schemas.openxmlformats.org/drawingml/2006/main">
            <a:off x="7332256" y="1409700"/>
            <a:ext cx="3299637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38121c9ce4273"/>
          <a:stretch xmlns:a="http://schemas.openxmlformats.org/drawingml/2006/main"/>
        </p:blipFill>
        <p:spPr>
          <a:xfrm xmlns:a="http://schemas.openxmlformats.org/drawingml/2006/main">
            <a:off x="7874960" y="3638550"/>
            <a:ext cx="2214230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E1D34-D275-43A7-AF72-F7CC39E1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69263-9604-48B0-8DA4-704889E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页面模块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0F60C-8022-40EF-ACB3-D38F72FD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48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摄像头画面、目标姿势、评分条、关节列表、USB 状态和左手环方向在同一工作台中展示。</a:t>
            </a:r>
          </a:p>
        </p:txBody>
      </p:sp>
    </p:spTree>
    <p:extLst>
      <p:ext uri="{BB962C8B-B14F-4D97-AF65-F5344CB8AC3E}">
        <p14:creationId xmlns:p14="http://schemas.microsoft.com/office/powerpoint/2010/main" val="1842474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360E3-86C9-4F06-8E6D-5F1A2278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CC2B9-6DB1-47FB-8AA9-2BD2E56E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触觉反馈：把最大角度偏差转成一个震动方向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F77A0-20AA-4298-BF22-E52873EC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76BC5-850B-44BC-A33B-685A9F8E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b671376994767"/>
          <a:srcRect xmlns:a="http://schemas.openxmlformats.org/drawingml/2006/main" l="0" t="5041" r="0" b="5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81150"/>
            <a:ext cx="40957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FCA70-1660-4D64-BB5C-7FA4ACC0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444CD-220B-44DC-8838-61941590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当前 MVP 使用已验证的左手环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AD528-562C-4806-AABC-576C6FAC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B5451-0307-44CD-A7D1-8704C61B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每次只发送优先级最高的一个纠正方向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7E8D8-42F1-4FAA-9F1E-78B35001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5236D-F835-40EF-BAD2-7CC37264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方向映射：上 M2、下 M0、左 M1、右 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3E5CE-30AB-4756-A0B9-1C89728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C4344-B21F-48FF-95AC-8C5B6CFA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强度随偏差比例提升：150、200、255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B422D-D401-49B4-AF5A-80B80CB5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953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B0179-8562-49B5-89FF-1571C2EC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反馈流程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AA55E-E317-45D1-B422-136D3605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偏差排序  选最大偏差  映射方向  发送指令</a:t>
            </a:r>
          </a:p>
        </p:txBody>
      </p:sp>
    </p:spTree>
    <p:extLst>
      <p:ext uri="{BB962C8B-B14F-4D97-AF65-F5344CB8AC3E}">
        <p14:creationId xmlns:p14="http://schemas.microsoft.com/office/powerpoint/2010/main" val="293431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85F5A-8C86-4C92-B096-DCF255C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5B1B2-BEE6-4A53-9A2A-2C544E2B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硬件通信：USB 串口闭环和停震保护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B40E8-A25B-405A-81D1-7A3A8B1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8A6B-CFAE-4994-B33E-47FD410A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0A447-B0EB-4B7B-8B5C-18BFEC7D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981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C055D-9E51-40B7-A141-3102F8D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L:2,150 R:N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9DD97-FC84-40FB-B37F-D4FDECE9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左手环 M2 以 150 强度震动，右手环无动作。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F3F57-BED2-4B85-BD64-97EB43EF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1FB6C-6CFA-4401-AEBD-232FAB8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115200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F1D7B-72C8-4E9D-B4E8-8FD820E2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串口波特率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4D95D-B2AB-41A2-81D1-0F3DEBB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65CB3-5FF2-424F-BFE0-56FB2A39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0.75s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26E1A-3F9F-418B-989A-4E72DE43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电脑端保活间隔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6B36A-7EE0-4A01-B59B-B97F993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BCEFF-4CEA-430B-BB1D-D9156F9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1480A-CD1B-4704-81B5-B51AD082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固件无命令自动停震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0C4B4-FCEE-4066-9C8B-20767E3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74FD0-A331-4DAA-ACA7-981BA8C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COM9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FFDFF-D338-4B6F-AEC0-597A5F3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默认手环串口，可覆盖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D08B9-7DDF-4C24-94A4-E8100437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533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FD893-AA85-4BFD-AE87-6DDD748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通信流程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4B313-9FB6-4F00-80A2-07C4A449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10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生成命令，解析后控制 GPIO 和马达。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14CDE-E76C-4552-A90B-DCF4560C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533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57CD0-6512-4406-9B51-9DC46A2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008AE-5069-47F2-B352-7CEFDBC8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010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BLE 已有方案，当前不要说成已完成。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1651021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5931C-F009-46E5-A933-7DDD4D0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05 总结与计划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E5E52-F254-47B0-ABC0-C34BC05C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总结与下一步：从可演示 MVP 走向无线化和多动作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1FF98-5D72-45BC-98C9-74695E95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6E16D-1252-4C8E-A070-6C112FEC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A060-0F6A-4380-B16D-748E9374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暑假完成的核心成果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2896C-7343-45D1-8712-F94AC80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1EC32-0547-41F5-B048-B0E48346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形成 Warrior II 网页练习工作台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B83C-DB8C-47CA-84C2-ED2F0925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397DA-E6BD-4545-A07F-6C47A27D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跑通本机视觉计算到左手环震动的闭环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09A75-EEF7-4B90-B540-96693705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186EA-8BB9-4DD2-81EE-AE325F17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明确 USB MVP、BLE 待迁移和双手环待扩展的边界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300C1-1640-4098-B61D-DA3886CD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E7D10-40C2-48A1-A45C-1AA4D84D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57A1D-BDFB-4E91-8832-6AB49476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BLE GATT 替代 USB 串口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6B095-9FBF-4A07-B99E-C88C78EC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231C8-3494-4C4F-8451-5B452975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扩展双手环 GPIO 和固件协议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1B39A-C856-450A-96F3-CF213FE1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4C397-0B32-4AD3-844B-06DF64B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网页端支持多姿势选择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F2EF3-F833-4D01-A155-51D2C19A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E8E75-7F71-4DF4-BF56-8DE71795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补充真实用户测试和长期稳定性验证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6AF151-EC9D-428A-9E6F-43086706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48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DA0EB-8402-45F4-8919-853EE4D0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一句话收束：暑假阶段把 YogaTutor 从算法模块推进到边界清晰、可演示的本地 MVP。</a:t>
            </a:r>
          </a:p>
        </p:txBody>
      </p:sp>
    </p:spTree>
    <p:extLst>
      <p:ext uri="{BB962C8B-B14F-4D97-AF65-F5344CB8AC3E}">
        <p14:creationId xmlns:p14="http://schemas.microsoft.com/office/powerpoint/2010/main" val="72239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2026-09-04T13:43:06.4730000Z</dcterms:created>
  <dcterms:modified xsi:type="dcterms:W3CDTF">2026-09-04T13:43:06.4740000Z</dcterms:modified>
</coreProperties>
</file>
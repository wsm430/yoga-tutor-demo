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48fe83a0f4388" /><Relationship Type="http://schemas.openxmlformats.org/officeDocument/2006/relationships/extended-properties" Target="/docProps/app.xml" Id="Rbcb393f452a942f2" /><Relationship Type="http://schemas.openxmlformats.org/officeDocument/2006/relationships/officeDocument" Target="/ppt/presentation.xml" Id="R07c81b85dcd54a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2cde8a54984e59"/>
  </p:sldMasterIdLst>
  <p:notesMasterIdLst>
    <p:notesMasterId xmlns:r="http://schemas.openxmlformats.org/officeDocument/2006/relationships" r:id="R88a7cfe12f1c4348"/>
  </p:notesMasterIdLst>
  <p:sldIdLst>
    <p:sldId xmlns:r="http://schemas.openxmlformats.org/officeDocument/2006/relationships" id="256" r:id="R9974c61b01074cdf"/>
    <p:sldId xmlns:r="http://schemas.openxmlformats.org/officeDocument/2006/relationships" id="257" r:id="R80af0516a18146d1"/>
    <p:sldId xmlns:r="http://schemas.openxmlformats.org/officeDocument/2006/relationships" id="258" r:id="R501b22091a594efe"/>
    <p:sldId xmlns:r="http://schemas.openxmlformats.org/officeDocument/2006/relationships" id="259" r:id="Rc6460343998e45ff"/>
    <p:sldId xmlns:r="http://schemas.openxmlformats.org/officeDocument/2006/relationships" id="260" r:id="R9697a664a32e4982"/>
    <p:sldId xmlns:r="http://schemas.openxmlformats.org/officeDocument/2006/relationships" id="261" r:id="Rd207ff29ec404903"/>
    <p:sldId xmlns:r="http://schemas.openxmlformats.org/officeDocument/2006/relationships" id="262" r:id="R144edc46cbb54ff3"/>
    <p:sldId xmlns:r="http://schemas.openxmlformats.org/officeDocument/2006/relationships" id="263" r:id="R21e27e6c6f56425a"/>
    <p:sldId xmlns:r="http://schemas.openxmlformats.org/officeDocument/2006/relationships" id="264" r:id="R1610620ae5934bc5"/>
    <p:sldId xmlns:r="http://schemas.openxmlformats.org/officeDocument/2006/relationships" id="265" r:id="Rc3dd6b26bf0b4771"/>
    <p:sldId xmlns:r="http://schemas.openxmlformats.org/officeDocument/2006/relationships" id="266" r:id="Rfe7b9871261f4508"/>
    <p:sldId xmlns:r="http://schemas.openxmlformats.org/officeDocument/2006/relationships" id="267" r:id="R46954f066b504f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4a62b8165f4615" /><Relationship Type="http://schemas.openxmlformats.org/officeDocument/2006/relationships/slideMaster" Target="/ppt/slideMasters/slideMaster1.xml" Id="Rbf2cde8a54984e59" /><Relationship Type="http://schemas.openxmlformats.org/officeDocument/2006/relationships/notesMaster" Target="/ppt/notesMasters/notesMaster1.xml" Id="R88a7cfe12f1c4348" /><Relationship Type="http://schemas.openxmlformats.org/officeDocument/2006/relationships/presProps" Target="/ppt/presProps.xml" Id="Rfbf34179a6494f88" /><Relationship Type="http://schemas.openxmlformats.org/officeDocument/2006/relationships/tableStyles" Target="/ppt/tableStyles.xml" Id="Rf7dd34577ddb4050" /><Relationship Type="http://schemas.openxmlformats.org/officeDocument/2006/relationships/slide" Target="/ppt/slides/slide1.xml" Id="R9974c61b01074cdf" /><Relationship Type="http://schemas.openxmlformats.org/officeDocument/2006/relationships/slide" Target="/ppt/slides/slide2.xml" Id="R80af0516a18146d1" /><Relationship Type="http://schemas.openxmlformats.org/officeDocument/2006/relationships/slide" Target="/ppt/slides/slide3.xml" Id="R501b22091a594efe" /><Relationship Type="http://schemas.openxmlformats.org/officeDocument/2006/relationships/slide" Target="/ppt/slides/slide4.xml" Id="Rc6460343998e45ff" /><Relationship Type="http://schemas.openxmlformats.org/officeDocument/2006/relationships/slide" Target="/ppt/slides/slide5.xml" Id="R9697a664a32e4982" /><Relationship Type="http://schemas.openxmlformats.org/officeDocument/2006/relationships/slide" Target="/ppt/slides/slide6.xml" Id="Rd207ff29ec404903" /><Relationship Type="http://schemas.openxmlformats.org/officeDocument/2006/relationships/slide" Target="/ppt/slides/slide7.xml" Id="R144edc46cbb54ff3" /><Relationship Type="http://schemas.openxmlformats.org/officeDocument/2006/relationships/slide" Target="/ppt/slides/slide8.xml" Id="R21e27e6c6f56425a" /><Relationship Type="http://schemas.openxmlformats.org/officeDocument/2006/relationships/slide" Target="/ppt/slides/slide9.xml" Id="R1610620ae5934bc5" /><Relationship Type="http://schemas.openxmlformats.org/officeDocument/2006/relationships/slide" Target="/ppt/slides/slide10.xml" Id="Rc3dd6b26bf0b4771" /><Relationship Type="http://schemas.openxmlformats.org/officeDocument/2006/relationships/slide" Target="/ppt/slides/slide11.xml" Id="Rfe7b9871261f4508" /><Relationship Type="http://schemas.openxmlformats.org/officeDocument/2006/relationships/slide" Target="/ppt/slides/slide12.xml" Id="R46954f066b504f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cda4db6a7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336b60d2e4ce2" /><Relationship Type="http://schemas.openxmlformats.org/officeDocument/2006/relationships/notesMaster" Target="/ppt/notesMasters/notesMaster1.xml" Id="Rf1239c7429cd4d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aafd11732040ab" /><Relationship Type="http://schemas.openxmlformats.org/officeDocument/2006/relationships/notesMaster" Target="/ppt/notesMasters/notesMaster1.xml" Id="Re6cf1313a1854b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0760047ec64259" /><Relationship Type="http://schemas.openxmlformats.org/officeDocument/2006/relationships/notesMaster" Target="/ppt/notesMasters/notesMaster1.xml" Id="Rda3ad2aa921d4a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3c2d9a19d44221" /><Relationship Type="http://schemas.openxmlformats.org/officeDocument/2006/relationships/notesMaster" Target="/ppt/notesMasters/notesMaster1.xml" Id="R4de50594e7a948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8bd0d851e443fa" /><Relationship Type="http://schemas.openxmlformats.org/officeDocument/2006/relationships/notesMaster" Target="/ppt/notesMasters/notesMaster1.xml" Id="R835d3598bede40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5b03caa6d544f8" /><Relationship Type="http://schemas.openxmlformats.org/officeDocument/2006/relationships/notesMaster" Target="/ppt/notesMasters/notesMaster1.xml" Id="Rf1bb97c458364f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be7203f044b2b" /><Relationship Type="http://schemas.openxmlformats.org/officeDocument/2006/relationships/notesMaster" Target="/ppt/notesMasters/notesMaster1.xml" Id="R51cf367b278745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b1b0533b7d4283" /><Relationship Type="http://schemas.openxmlformats.org/officeDocument/2006/relationships/notesMaster" Target="/ppt/notesMasters/notesMaster1.xml" Id="R5e05bb8811294c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c485905c84cfb" /><Relationship Type="http://schemas.openxmlformats.org/officeDocument/2006/relationships/notesMaster" Target="/ppt/notesMasters/notesMaster1.xml" Id="R934c6026bde141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07137b299f406d" /><Relationship Type="http://schemas.openxmlformats.org/officeDocument/2006/relationships/notesMaster" Target="/ppt/notesMasters/notesMaster1.xml" Id="Rab14d2d2082c44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eb70dfb3044631" /><Relationship Type="http://schemas.openxmlformats.org/officeDocument/2006/relationships/notesMaster" Target="/ppt/notesMasters/notesMaster1.xml" Id="R63eac0a4ba874f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16dd728df2470d" /><Relationship Type="http://schemas.openxmlformats.org/officeDocument/2006/relationships/notesMaster" Target="/ppt/notesMasters/notesMaster1.xml" Id="R3f5cc2d54924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封面。标准姿势图来自 src/standard_images/Warrior II Pose.jpg。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项目目标根据 docs/README.md 和网页文案整理。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时间线基于项目文件修改时间和 docs/README.md、docs/hardware.md、web/README.md、docs/BLE_MIGRATION.md。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架构依据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参数来自 src/config.py 和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标准姿势列表来自 src/standard_poses 和 src/standard_images。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网页架构来自 web/app.js、src/web_mvp_server.py 和 web/README.md。当前是 localhost HTTP；跨设备部署建议 HTTPS/WSS。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当前接口来自 src/web_mvp_server.py：/api/status、/api/frame、/api/reset。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截图由 web/index.html 分块截取。静态截图显示未开启摄像头状态，实际演示需使用 web/start-local.ps1 启动 Python 识别服务。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触觉反馈映射来自 src/haptic_feedback.py 和 tests/test_mvp_logic.py。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串口协议来自 docs/hardware.md、src/esp32_controller.py、firmware/yoga_bands/yoga_bands.ino、docs/BLE_MIGRATION.md。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总结结合 docs/README.md、web/README.md 和 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84e5489fc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dd33b81274b13" /><Relationship Type="http://schemas.openxmlformats.org/officeDocument/2006/relationships/slideLayout" Target="/ppt/slideLayouts/slideLayout1.xml" Id="R1d0b64095fa5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0b64095fa5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ae17463064413" /><Relationship Type="http://schemas.openxmlformats.org/officeDocument/2006/relationships/image" Target="/ppt/media/image.png" Id="R3e1278c2be064d1c" /><Relationship Type="http://schemas.openxmlformats.org/officeDocument/2006/relationships/notesSlide" Target="/ppt/notesSlides/notesSlide1.xml" Id="R5cc099a695214d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067535f3e407f" /><Relationship Type="http://schemas.openxmlformats.org/officeDocument/2006/relationships/notesSlide" Target="/ppt/notesSlides/notesSlide2.xml" Id="R64210c8ee53147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3564baef24e85" /><Relationship Type="http://schemas.openxmlformats.org/officeDocument/2006/relationships/notesSlide" Target="/ppt/notesSlides/notesSlide3.xml" Id="Rcc8b226d266c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e3cc6aaf94b39" /><Relationship Type="http://schemas.openxmlformats.org/officeDocument/2006/relationships/notesSlide" Target="/ppt/notesSlides/notesSlide4.xml" Id="R54f38bed86494b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ba20c0c3e4999" /><Relationship Type="http://schemas.openxmlformats.org/officeDocument/2006/relationships/image" Target="/ppt/media/image2.png" Id="Rc86075bf25ff445e" /><Relationship Type="http://schemas.openxmlformats.org/officeDocument/2006/relationships/notesSlide" Target="/ppt/notesSlides/notesSlide5.xml" Id="R1c40248a556343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5243180cb4b59" /><Relationship Type="http://schemas.openxmlformats.org/officeDocument/2006/relationships/image" Target="/ppt/media/image3.png" Id="Rea80254ba92e400c" /><Relationship Type="http://schemas.openxmlformats.org/officeDocument/2006/relationships/notesSlide" Target="/ppt/notesSlides/notesSlide6.xml" Id="R4a87271cffe243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f31cb81e64eba" /><Relationship Type="http://schemas.openxmlformats.org/officeDocument/2006/relationships/notesSlide" Target="/ppt/notesSlides/notesSlide7.xml" Id="R2d9d20fbe334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ed4c064c41cf" /><Relationship Type="http://schemas.openxmlformats.org/officeDocument/2006/relationships/notesSlide" Target="/ppt/notesSlides/notesSlide8.xml" Id="R88050002e37a46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5bf78cc6a41fb" /><Relationship Type="http://schemas.openxmlformats.org/officeDocument/2006/relationships/image" Target="/ppt/media/image4.png" Id="R85c8041711fa4a54" /><Relationship Type="http://schemas.openxmlformats.org/officeDocument/2006/relationships/image" Target="/ppt/media/image5.png" Id="R74afdeba212742d7" /><Relationship Type="http://schemas.openxmlformats.org/officeDocument/2006/relationships/image" Target="/ppt/media/image6.png" Id="R779e5593f7a0465a" /><Relationship Type="http://schemas.openxmlformats.org/officeDocument/2006/relationships/notesSlide" Target="/ppt/notesSlides/notesSlide9.xml" Id="Rf5dd41df057843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d504870354f64" /><Relationship Type="http://schemas.openxmlformats.org/officeDocument/2006/relationships/image" Target="/ppt/media/image7.png" Id="R613672fba30e40c6" /><Relationship Type="http://schemas.openxmlformats.org/officeDocument/2006/relationships/notesSlide" Target="/ppt/notesSlides/notesSlide10.xml" Id="Refc78a46fbd64d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2b89554124908" /><Relationship Type="http://schemas.openxmlformats.org/officeDocument/2006/relationships/notesSlide" Target="/ppt/notesSlides/notesSlide11.xml" Id="R5d04db94932b4c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0b09aa3940e3" /><Relationship Type="http://schemas.openxmlformats.org/officeDocument/2006/relationships/notesSlide" Target="/ppt/notesSlides/notesSlide12.xml" Id="Re473a74884df47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278c2be064d1c"/>
          <a:srcRect xmlns:a="http://schemas.openxmlformats.org/drawingml/2006/main" l="13333" t="0" r="1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D72EA-B777-4C10-AAC7-8D98E94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47CD7-9F42-4F49-B7AA-579EDF2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视觉感知 × 单腕触觉引导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2A4D1-A1FB-44DD-A9A9-E3BF1B25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YogaTutor</a:t>
            </a:r>
          </a:p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暑假进展汇报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D3C81-207A-4B00-B7D3-D4B6EF5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基于视觉感知和多方向触觉引导的实时动作矫正系统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849E6-529D-4666-B5EA-CAE86A1D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D4536-65E0-4BF1-9F65-4B2AE2DA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2026 年 7-8 月阶段成果</a:t>
            </a:r>
          </a:p>
        </p:txBody>
      </p:sp>
    </p:spTree>
    <p:extLst>
      <p:ext uri="{BB962C8B-B14F-4D97-AF65-F5344CB8AC3E}">
        <p14:creationId xmlns:p14="http://schemas.microsoft.com/office/powerpoint/2010/main" val="775986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126BA-EAB8-4305-973B-CBC0F981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 背景与目标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93742-455E-4A53-A570-57C1C7ED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项目目标：让用户看见偏差，感受调整方向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7907D-C43F-49F6-9DA3-DF9033E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A3D4E-ED4E-4AAF-9DA5-C9ECE659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EC128-F8EB-450C-AD42-47296FB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88482-C70C-4D41-B163-D6C7A3C9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普通视频教学缺少实时动作纠错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29516-C26E-4F4F-9BB1-3B67FD1C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B8445-0CC8-4741-909D-E7397F5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练习者低头看屏幕会打断动作保持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4AC4C-825C-4576-9842-4265F55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79C08-F037-4E5A-AD24-5C195268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系统用视觉识别姿态偏差，再用手环给出方向提示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A29CA-C4FC-42D2-99EF-A76CA94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476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F80EE-90B1-4B54-AF60-F5E2F4C5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98B5D-8333-4B55-9922-2B50FF2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识别人体关键点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E9D36-1438-4DE7-9DAD-19ACBBE1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DBADF-190A-4252-8DB3-920D57EC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定位关节偏差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F40C5-64C7-44EA-90D5-CC601F53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手环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E0E46-75AA-44C2-974A-82ED47F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震动提示方向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F91B1-065C-4A93-BA09-41AADBB8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DDAAA-BC2C-4A5D-9873-1729EC72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练习中即时调整</a:t>
            </a:r>
          </a:p>
        </p:txBody>
      </p:sp>
    </p:spTree>
    <p:extLst>
      <p:ext uri="{BB962C8B-B14F-4D97-AF65-F5344CB8AC3E}">
        <p14:creationId xmlns:p14="http://schemas.microsoft.com/office/powerpoint/2010/main" val="177711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A295D-CB2E-4A88-8DB2-AF10BF1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 暑假进展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29DDC-010E-42BE-9C05-A16F78B2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暑假工作总览：从主程序到可演示网页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C826-C0FD-498B-83DF-984FF814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9B922-B9A0-41A7-81A0-C081F3D4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4F8AD-CEB7-47CC-A38C-4F27184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D10A2-583E-4D80-972B-5A9AB4ED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600200" cy="1943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CAAC-8A86-47E3-86AD-192160F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74E40-59FA-4DEA-869A-FFCE0AA9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25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统一主程序</a:t>
            </a:r>
          </a:p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自动识别与手动评估共存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B6AC9-9882-4E7D-9A17-113FE851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1600200" cy="1943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5E59E-D859-4D39-BCAF-65B169FA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6B02D-3F71-4D5D-9F84-708E7F0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76550"/>
            <a:ext cx="125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ESP32 固件</a:t>
            </a:r>
          </a:p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串口协议与左手环控制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52FA9-B227-4499-93BB-6B6AB04E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1600200" cy="1943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4D1DE-4C83-4843-9684-3FC2FAC3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863CA-A84C-4D80-BBF1-18FFBACC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125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Web MVP</a:t>
            </a:r>
          </a:p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Warrior II 实时练习界面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C6F53-B79A-4CA2-A88D-2827A0E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38350"/>
            <a:ext cx="1600200" cy="1943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1CF9C-9F52-46D9-943F-31127DF3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B762D-7671-467A-AE34-75E79A6B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125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闭环强化</a:t>
            </a:r>
          </a:p>
          <a:p xmlns:a="http://schemas.openxmlformats.org/drawingml/2006/main"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串口保活、测试、BLE 方案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F0BCC-88E4-4D94-AE0A-70B8DCF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38350"/>
            <a:ext cx="1600200" cy="1943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4C5DA-A933-4B16-B8FC-A0C420B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8D0DA-1EE2-495C-AF35-56CF19AC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76550"/>
            <a:ext cx="125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产品化扩展</a:t>
            </a:r>
          </a:p>
          <a:p xmlns:a="http://schemas.openxmlformats.org/drawingml/2006/main">
            <a:pPr algn="l">
              <a:def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BLE、双手环、多动作选择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108A3-789D-414D-9429-62F149BF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月：标准姿势库、论文材料和申报文档作为前期基础。暑假重点放在系统闭环和演示可用性。</a:t>
            </a:r>
          </a:p>
        </p:txBody>
      </p:sp>
    </p:spTree>
    <p:extLst>
      <p:ext uri="{BB962C8B-B14F-4D97-AF65-F5344CB8AC3E}">
        <p14:creationId xmlns:p14="http://schemas.microsoft.com/office/powerpoint/2010/main" val="1687913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99374-77E8-44CF-A337-1ED18955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5190-D9B2-4A5D-8DB7-84EB305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系统架构：视觉、评分和触觉反馈形成闭环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E7AA5-8539-454B-872F-49DBD147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2EAF6-75FB-46AA-8847-49A5F660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3F49B-67F4-41DD-A584-FF99AE8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CBFD8-6BB2-40E9-B54F-916FB88D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0665A-4957-4F34-964E-A3B66504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浏览器或 OpenCV 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BE9F5-4553-4504-96DA-FDFE46F1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DCFFB-20EC-48A8-83BF-D871709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姿态检测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719EA-A6CA-4CA4-8C4D-FBBA5572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提取 33 个关键点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F4B7B-3F27-44EE-AB7C-4AEE5A06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954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1A9F8-FD7C-4EA3-AC9A-6188F88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稳定处理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4E575-EE49-4887-8FB3-8930AAA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1€ Filter 与静止检测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EE852-7C02-49ED-99A7-43493556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3D4D-CD71-498D-9B44-2F4F4A6A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2CC75-A87A-4DB5-994E-C91E8F7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8 个关节角逐项比较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A9B64-E9E2-49E2-B945-288E2F33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052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D6511-219F-4B1C-ADCB-FE990100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触觉映射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96ED0-06AB-4198-8A8C-D8D1E695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偏差方向映射到马达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CE885-AC86-477F-85B6-C7A1C8D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29005-4B7E-43EA-8FA2-63571629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F67C0-217B-4154-8866-E58E01B7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串口驱动左手环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27C02-D82E-45DE-8B65-6924B0CE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汇报中这一部分只保留必要技术线索，重点放到后面的网页和硬件演示闭环。</a:t>
            </a:r>
          </a:p>
        </p:txBody>
      </p:sp>
    </p:spTree>
    <p:extLst>
      <p:ext uri="{BB962C8B-B14F-4D97-AF65-F5344CB8AC3E}">
        <p14:creationId xmlns:p14="http://schemas.microsoft.com/office/powerpoint/2010/main" val="738457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A5FDE-BEC4-4D96-8661-4AD8BD33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E4AE6-31D5-460B-81E8-29BEA50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姿态感知：从 33 个关键点提取 8 个关节角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65229-295B-4E10-B6EF-FDDF2D0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1F315-85DB-4374-8842-CFA22C96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075bf25ff445e"/>
          <a:srcRect xmlns:a="http://schemas.openxmlformats.org/drawingml/2006/main" l="0" t="3621" r="0" b="36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581150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E5ECF-8BDB-4D36-B3C9-F9C745C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BD9D7-0637-4C3A-8E4E-9E7024CB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15391-1B66-4A2B-AFFC-29D68B9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人体关键点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9A9B-4C0B-4888-83AF-977BDBBB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7235B-3108-48C2-9E86-62E87BC8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676C4-F1AF-4061-A6BA-5656CC1D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肩、肘、髋、膝关节角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8623C-2707-4C07-B67A-B600335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2D2A1-7242-4911-A23E-D4CDA66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1.2s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D4ACF-11EF-4E18-999D-3833005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静止后触发评估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43AA4-0CF1-4148-831A-3B9D69E2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DE102-3799-44D7-8107-64A48ED9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5B049-475A-4761-AA7E-B8EBD9C6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检测与跟踪置信度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5F3ED-DA10-45C8-AD10-692D804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算法部分只需要讲清楚输入和输出：输入是摄像头画面，输出是可比较的关节角。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7C64C-9F9B-41EF-97D8-31047E71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7F9B4-862C-4512-B108-509C3BCE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滤波减少关键点抖动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AA699-C887-414B-8120-958B32DA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14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C0F5F-67FD-4543-ACF4-C034FAFA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静止检测避免动作未稳定时误判</a:t>
            </a:r>
          </a:p>
        </p:txBody>
      </p:sp>
    </p:spTree>
    <p:extLst>
      <p:ext uri="{BB962C8B-B14F-4D97-AF65-F5344CB8AC3E}">
        <p14:creationId xmlns:p14="http://schemas.microsoft.com/office/powerpoint/2010/main" val="308459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D4003-9606-4C41-8947-5DEA9E9C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526AF-9AA8-4113-BFE1-79B18E9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标准姿势库：前期基础支撑假期 MVP 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87FE2-1F79-4E55-8FD6-0DD61B6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70BBB-4FD5-4B5A-AA4A-AD3D64A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0254ba92e400c"/>
          <a:srcRect xmlns:a="http://schemas.openxmlformats.org/drawingml/2006/main" l="0" t="1060" r="0" b="1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715000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79982-F982-4036-BB80-373D9FAD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项目已有 18 个标准姿势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C2999-99B0-44E2-AA27-35D13FDF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BEFC5-1352-4025-86E5-294A8FD7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每个标准姿势保存 landmarks 和 average angles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1CDDB-F72F-49B1-8637-F13A9CD6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E88D6-EDA1-4B68-9FEC-C7CA4438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 当前固定使用 Warrior II 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8162F-E290-40D2-B855-0072446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33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3723C-05EE-4A93-BC79-C59969D0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671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后续网页端可扩展为多姿势选择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9FF0C-7C8B-4A6D-8D41-58A89B2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8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月成果在这里作为基础，不抢占暑假工作篇幅。</a:t>
            </a:r>
          </a:p>
        </p:txBody>
      </p:sp>
    </p:spTree>
    <p:extLst>
      <p:ext uri="{BB962C8B-B14F-4D97-AF65-F5344CB8AC3E}">
        <p14:creationId xmlns:p14="http://schemas.microsoft.com/office/powerpoint/2010/main" val="98567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FAB1D-4FFE-47AA-982A-8D5657B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97BA0-456C-499D-A35D-7219013F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MVP：采用 B/S 本地架构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ECD45-3C3C-4532-AA8E-75C12D6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6FB86-7189-4D5B-A472-B6254ACA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C765B-FD2E-48D0-A5AC-50EC322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3429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F0467-B007-40DC-9EE2-9763A44F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Browser 客户端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C6B2D-C333-4954-AC0A-59337488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负责摄像头采集、页面展示、评分结果渲染和交互按钮。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93354-0356-4FC3-B28D-8D0B3623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0200"/>
            <a:ext cx="2857500" cy="3429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1D3D9-52D4-4B25-996A-CD79C84D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Python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6828F-5EF0-439F-BB8D-962AE8B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本机接收 JPEG 帧，运行 MediaPipe、静止检测、角度评分和触觉指令生成。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71607-E453-487C-92E9-284D6DA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02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775AF-D919-4E06-84BF-441E62FB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0A2F8-18BD-48F2-B45B-391606B3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通过 USB 串口接收方向和强度，驱动左手环四个马达。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EAEE0-6449-4877-9554-F3C38D15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当前传输内容：JPEG 摄像头帧。不是浏览器端已经算好的肢体点阵。</a:t>
            </a:r>
          </a:p>
        </p:txBody>
      </p:sp>
    </p:spTree>
    <p:extLst>
      <p:ext uri="{BB962C8B-B14F-4D97-AF65-F5344CB8AC3E}">
        <p14:creationId xmlns:p14="http://schemas.microsoft.com/office/powerpoint/2010/main" val="1771438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C5FB7-0AFB-4853-876D-82CB19F4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54FED-9F1E-4DCC-95EA-B47EDE73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本机服务器负责计算，浏览器负责采集和展示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0BF9-7A3B-40E4-A5BA-4660C969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4F572-63A8-4B00-BDEB-334B055A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7F9BF-F560-4874-99E8-3517F66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E4549-B400-426A-95FB-27328C62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F7859-CDA6-4892-AE67-1F3971F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5ECCB-9516-413A-AE11-0E3ADE42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浏览器调用摄像头，生成 JPEG 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F758D-63D3-4CE2-998A-A327BC63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C742-6575-4EDB-99C5-B8A29BEB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193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5B8D2-15FC-4AC3-8FC4-6E6094D9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09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7F3A7-C287-4454-BBB8-71A2606E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到本机 /api/frame。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534C7-1F60-460E-A913-5C1463E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16FB5-4C22-467D-95CF-81F5BF4B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193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92DB8-513A-4A13-BC3B-692B924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C88C8-63E6-4F6C-8E01-D561AD5E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90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Python 服务计算关键点、关节角和评分。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9BDA2-A8EB-440F-BEC2-D394AA8B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0E5B7-0824-4336-AD56-48EFB3CA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193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79AA8-9F10-43EF-AFA9-3617550B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555BE-946B-4F41-9654-B1590741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页面更新结果，服务器发送手环指令。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8A071-B5DD-4743-B5F4-87FCA8F6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900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90FAC-D51D-4A5F-BF55-A4839959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为什么先做本地服务器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FF336-3C41-45EF-BE04-867976AB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243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0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延迟低，摄像头画面不离开电脑，USB 手环控制也更直接。后续跨设备访问时，需要把 HTTP 升级为 HTTPS 或 WSS。</a:t>
            </a:r>
          </a:p>
        </p:txBody>
      </p:sp>
    </p:spTree>
    <p:extLst>
      <p:ext uri="{BB962C8B-B14F-4D97-AF65-F5344CB8AC3E}">
        <p14:creationId xmlns:p14="http://schemas.microsoft.com/office/powerpoint/2010/main" val="443529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A0DF4-4C2F-4412-A7FB-9DB4467B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49A1B-69CF-4ABC-A7DE-9368366A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网页界面：一页完成练习、评分和手环状态展示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5C43D-0579-4D81-B18A-9B3C10F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2F391-20FD-4589-A237-A89C5F5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8041711fa4a54"/>
          <a:stretch xmlns:a="http://schemas.openxmlformats.org/drawingml/2006/main"/>
        </p:blipFill>
        <p:spPr>
          <a:xfrm xmlns:a="http://schemas.openxmlformats.org/drawingml/2006/main">
            <a:off x="571500" y="1435322"/>
            <a:ext cx="6477000" cy="3815907"/>
          </a:xfrm>
          <a:prstGeom xmlns:a="http://schemas.openxmlformats.org/drawingml/2006/main" prst="roundRect">
            <a:avLst>
              <a:gd name="adj" fmla="val 1990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fdeba212742d7"/>
          <a:stretch xmlns:a="http://schemas.openxmlformats.org/drawingml/2006/main"/>
        </p:blipFill>
        <p:spPr>
          <a:xfrm xmlns:a="http://schemas.openxmlformats.org/drawingml/2006/main">
            <a:off x="7693320" y="1428750"/>
            <a:ext cx="2996609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e5593f7a0465a"/>
          <a:stretch xmlns:a="http://schemas.openxmlformats.org/drawingml/2006/main"/>
        </p:blipFill>
        <p:spPr>
          <a:xfrm xmlns:a="http://schemas.openxmlformats.org/drawingml/2006/main">
            <a:off x="8186184" y="3524250"/>
            <a:ext cx="2010883" cy="169545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6303E-B3A2-42A6-B2C1-D2D19070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页面模块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05DE8-E424-474F-B6A9-55364F6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摄像头画面、目标姿势、评分条、关节列表、USB 状态和左手环方向在同一工作台中展示。</a:t>
            </a:r>
          </a:p>
        </p:txBody>
      </p:sp>
    </p:spTree>
    <p:extLst>
      <p:ext uri="{BB962C8B-B14F-4D97-AF65-F5344CB8AC3E}">
        <p14:creationId xmlns:p14="http://schemas.microsoft.com/office/powerpoint/2010/main" val="206232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D5E5B-A62A-4B8C-BAED-338F527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B8B64-8999-438B-92EA-8874ADE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触觉反馈：把最大角度偏差转成一个震动方向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81008-B92B-4BD8-9FA6-8E71BB75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04F20-7E14-4159-82B5-F5E66D3B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672fba30e40c6"/>
          <a:srcRect xmlns:a="http://schemas.openxmlformats.org/drawingml/2006/main" l="0" t="5523" r="0" b="55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657350"/>
            <a:ext cx="4000500" cy="3000375"/>
          </a:xfrm>
          <a:prstGeom xmlns:a="http://schemas.openxmlformats.org/drawingml/2006/main" prst="roundRect">
            <a:avLst>
              <a:gd name="adj" fmla="val 254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EC341-91BA-4785-B2B9-74CA462E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19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6F967-FF6B-49BC-87EB-C2AE3028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当前 MVP 使用已验证的左手环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55564-FC5B-4366-93C7-DA38873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C193B-649A-4A44-BEDB-D273EB7D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每次只发送优先级最高的一个纠正方向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127D8-0007-4518-AC81-15908817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58BD0-E5C3-4579-9190-87CDB99B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方向映射：上 M2、下 M0、左 M1、右 M3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6EFE6-7BF6-464A-ABC2-0E4441E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DBA4C-9B53-4701-B321-37FEAA86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强度随偏差比例提升：150、200、255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27034-A246-4159-A851-E8F2667A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476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10FB9-A139-4C6B-B5A0-D6A22202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E8D06-AF1E-4168-A65A-1098CBBB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86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手环承担“方向引导”的角色。</a:t>
            </a:r>
          </a:p>
        </p:txBody>
      </p:sp>
    </p:spTree>
    <p:extLst>
      <p:ext uri="{BB962C8B-B14F-4D97-AF65-F5344CB8AC3E}">
        <p14:creationId xmlns:p14="http://schemas.microsoft.com/office/powerpoint/2010/main" val="789160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1197E-89CA-462B-9C27-CD4D805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C2033-5A10-424D-BB6B-745150B3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硬件通信：USB 串口闭环和停震保护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78935-672E-4A47-AEAC-7B5B6084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AAF2F-4BF8-4310-8A82-2DDC45FA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1B025-899C-4456-A864-88FA2EFB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981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26FBF-F4F4-47A4-8C6A-8BC967D1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L:2,150 R:N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0D25F-6FB7-4714-B436-86BF6DC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5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示例含义：左手环 M2 以 150 强度震动，右手环无动作。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1BD82-BE05-45BE-9CB0-D680C3C9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B292D-C41A-41FC-8701-7251A06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115200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4928C-01AB-483B-9C72-DE499565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串口波特率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700C6-EF58-43EC-9752-B66D47FF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95DD2-71F5-4BAB-A8C2-B558014C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05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0.75s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86D34-8C2F-4B14-AB2D-24B8A326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电脑端保活间隔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0D532-0347-4D8F-90A7-E10055B3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4D153-AFED-4A33-B0AA-4935456F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05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5826E-11CC-4476-874C-AF79831D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62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固件无命令自动停震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DE51F-5B3E-4CF6-8147-DE59387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D7149-009D-472A-BD5F-6AA5BBFB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COM9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90688-2B2E-4A7E-85CD-796B8FF4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默认手环串口，可覆盖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FB75C-5FA0-4443-95A2-80A8D40B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53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5327"/>
                </a:solidFill>
                <a:latin typeface="Microsoft YaHei"/>
                <a:ea typeface="Microsoft YaHei"/>
                <a:cs typeface="Microsoft YaHei"/>
              </a:rPr>
              <a:t>边界说明：BLE 已有迁移方案，但当前汇报不要说成已完成。</a:t>
            </a:r>
          </a:p>
        </p:txBody>
      </p:sp>
    </p:spTree>
    <p:extLst>
      <p:ext uri="{BB962C8B-B14F-4D97-AF65-F5344CB8AC3E}">
        <p14:creationId xmlns:p14="http://schemas.microsoft.com/office/powerpoint/2010/main" val="182029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60133-73DB-4025-9A0F-0522A6D5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05 总结与计划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9B18-3413-4839-BDA2-F43AAD6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总结与下一步：从可演示 MVP 走向无线化和多动作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5BE48-1C0C-453B-A5A0-C1DAC194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28BC3-77E8-487D-80A4-1337D842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4D717-5538-490A-871E-1235B818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暑假完成的核心成果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9902C-C53F-4542-94D3-EF72A2DD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96BA8-9C21-4AEC-AE05-FC768812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形成 Warrior II 网页练习工作台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375CB-C6F7-454D-BE65-AAF57FBF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00024-36CB-447C-BCF3-BA18DF1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跑通本机视觉计算到左手环震动的闭环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DF9B3-80D1-4CA0-96B1-FAFD4EF8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E8451-C555-4875-A72F-3604E04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明确 USB MVP、BLE 待迁移和双手环待扩展的边界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92800-A569-45BF-A7A4-76B15EC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124CF-5426-4125-BF22-880148D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4411-006B-41F1-9EEE-5E89AAE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BLE GATT 替代 USB 串口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478EF-8B53-497F-B1AC-D83C5C84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AC793-92AC-42FD-9A88-52297FDA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扩展双手环 GPIO 和固件协议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A0D72-58F9-4F45-A463-4184DD39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8303B-2580-4A63-8352-DF93AB42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网页端支持多姿势选择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93F8C-3E72-4E2A-86E1-9AC23514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B6432-4588-46AA-BCF4-AD4446DE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补充真实用户测试和长期稳定性验证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2BAB5-63EF-41EA-AC77-C498216F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48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E7E07-0C0D-4F26-9FBF-A2F2BA8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一句话收束：暑假阶段把 YogaTutor 从算法模块推进到边界清晰、可演示的本地 MVP。</a:t>
            </a:r>
          </a:p>
        </p:txBody>
      </p:sp>
    </p:spTree>
    <p:extLst>
      <p:ext uri="{BB962C8B-B14F-4D97-AF65-F5344CB8AC3E}">
        <p14:creationId xmlns:p14="http://schemas.microsoft.com/office/powerpoint/2010/main" val="262398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2026-09-04T12:39:12.9310000Z</dcterms:created>
  <dcterms:modified xsi:type="dcterms:W3CDTF">2026-09-04T12:39:12.9310000Z</dcterms:modified>
</coreProperties>
</file>
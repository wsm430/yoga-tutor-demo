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d5eb9470124040" /><Relationship Type="http://schemas.openxmlformats.org/officeDocument/2006/relationships/extended-properties" Target="/docProps/app.xml" Id="Rb63d2946bfc540ab" /><Relationship Type="http://schemas.openxmlformats.org/officeDocument/2006/relationships/officeDocument" Target="/ppt/presentation.xml" Id="R2b811a575f3740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7a3ad8652648f0"/>
  </p:sldMasterIdLst>
  <p:notesMasterIdLst>
    <p:notesMasterId xmlns:r="http://schemas.openxmlformats.org/officeDocument/2006/relationships" r:id="Re7931ff36ba44fe5"/>
  </p:notesMasterIdLst>
  <p:sldIdLst>
    <p:sldId xmlns:r="http://schemas.openxmlformats.org/officeDocument/2006/relationships" id="256" r:id="R41300f1c164d4bae"/>
    <p:sldId xmlns:r="http://schemas.openxmlformats.org/officeDocument/2006/relationships" id="257" r:id="R9b4f257c842e400a"/>
    <p:sldId xmlns:r="http://schemas.openxmlformats.org/officeDocument/2006/relationships" id="258" r:id="Ra0abfc5db9e2424f"/>
    <p:sldId xmlns:r="http://schemas.openxmlformats.org/officeDocument/2006/relationships" id="259" r:id="Rb9ad122112914a54"/>
    <p:sldId xmlns:r="http://schemas.openxmlformats.org/officeDocument/2006/relationships" id="260" r:id="Rc3d5ee5cffbf4a7a"/>
    <p:sldId xmlns:r="http://schemas.openxmlformats.org/officeDocument/2006/relationships" id="261" r:id="R5a65e18ce01745b6"/>
    <p:sldId xmlns:r="http://schemas.openxmlformats.org/officeDocument/2006/relationships" id="262" r:id="R3fe7226ba504494e"/>
    <p:sldId xmlns:r="http://schemas.openxmlformats.org/officeDocument/2006/relationships" id="263" r:id="R3ca68294ac08427f"/>
    <p:sldId xmlns:r="http://schemas.openxmlformats.org/officeDocument/2006/relationships" id="264" r:id="R91e9672bc0eb4889"/>
    <p:sldId xmlns:r="http://schemas.openxmlformats.org/officeDocument/2006/relationships" id="265" r:id="R242c682713314de5"/>
    <p:sldId xmlns:r="http://schemas.openxmlformats.org/officeDocument/2006/relationships" id="266" r:id="R93a16abb140d44ad"/>
    <p:sldId xmlns:r="http://schemas.openxmlformats.org/officeDocument/2006/relationships" id="267" r:id="R0d1141d615fe47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d413ab4beb448a" /><Relationship Type="http://schemas.openxmlformats.org/officeDocument/2006/relationships/slideMaster" Target="/ppt/slideMasters/slideMaster1.xml" Id="R107a3ad8652648f0" /><Relationship Type="http://schemas.openxmlformats.org/officeDocument/2006/relationships/notesMaster" Target="/ppt/notesMasters/notesMaster1.xml" Id="Re7931ff36ba44fe5" /><Relationship Type="http://schemas.openxmlformats.org/officeDocument/2006/relationships/presProps" Target="/ppt/presProps.xml" Id="Rcf9bdfcbeefc42a7" /><Relationship Type="http://schemas.openxmlformats.org/officeDocument/2006/relationships/tableStyles" Target="/ppt/tableStyles.xml" Id="R07193a23f0e14c6b" /><Relationship Type="http://schemas.openxmlformats.org/officeDocument/2006/relationships/slide" Target="/ppt/slides/slide1.xml" Id="R41300f1c164d4bae" /><Relationship Type="http://schemas.openxmlformats.org/officeDocument/2006/relationships/slide" Target="/ppt/slides/slide2.xml" Id="R9b4f257c842e400a" /><Relationship Type="http://schemas.openxmlformats.org/officeDocument/2006/relationships/slide" Target="/ppt/slides/slide3.xml" Id="Ra0abfc5db9e2424f" /><Relationship Type="http://schemas.openxmlformats.org/officeDocument/2006/relationships/slide" Target="/ppt/slides/slide4.xml" Id="Rb9ad122112914a54" /><Relationship Type="http://schemas.openxmlformats.org/officeDocument/2006/relationships/slide" Target="/ppt/slides/slide5.xml" Id="Rc3d5ee5cffbf4a7a" /><Relationship Type="http://schemas.openxmlformats.org/officeDocument/2006/relationships/slide" Target="/ppt/slides/slide6.xml" Id="R5a65e18ce01745b6" /><Relationship Type="http://schemas.openxmlformats.org/officeDocument/2006/relationships/slide" Target="/ppt/slides/slide7.xml" Id="R3fe7226ba504494e" /><Relationship Type="http://schemas.openxmlformats.org/officeDocument/2006/relationships/slide" Target="/ppt/slides/slide8.xml" Id="R3ca68294ac08427f" /><Relationship Type="http://schemas.openxmlformats.org/officeDocument/2006/relationships/slide" Target="/ppt/slides/slide9.xml" Id="R91e9672bc0eb4889" /><Relationship Type="http://schemas.openxmlformats.org/officeDocument/2006/relationships/slide" Target="/ppt/slides/slide10.xml" Id="R242c682713314de5" /><Relationship Type="http://schemas.openxmlformats.org/officeDocument/2006/relationships/slide" Target="/ppt/slides/slide11.xml" Id="R93a16abb140d44ad" /><Relationship Type="http://schemas.openxmlformats.org/officeDocument/2006/relationships/slide" Target="/ppt/slides/slide12.xml" Id="R0d1141d615fe47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8e7764d59c44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80c0217f7b4a20" /><Relationship Type="http://schemas.openxmlformats.org/officeDocument/2006/relationships/notesMaster" Target="/ppt/notesMasters/notesMaster1.xml" Id="R042f7542a3c447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ebeced9a4f49c7" /><Relationship Type="http://schemas.openxmlformats.org/officeDocument/2006/relationships/notesMaster" Target="/ppt/notesMasters/notesMaster1.xml" Id="Rde4d8341cda348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e807eabad74edc" /><Relationship Type="http://schemas.openxmlformats.org/officeDocument/2006/relationships/notesMaster" Target="/ppt/notesMasters/notesMaster1.xml" Id="R05097a15340245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a3c6dc29b14825" /><Relationship Type="http://schemas.openxmlformats.org/officeDocument/2006/relationships/notesMaster" Target="/ppt/notesMasters/notesMaster1.xml" Id="R97606a1c6f184c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333d2c02ea470c" /><Relationship Type="http://schemas.openxmlformats.org/officeDocument/2006/relationships/notesMaster" Target="/ppt/notesMasters/notesMaster1.xml" Id="R016e5e1949f542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c9ce755f534cb1" /><Relationship Type="http://schemas.openxmlformats.org/officeDocument/2006/relationships/notesMaster" Target="/ppt/notesMasters/notesMaster1.xml" Id="R1d8b41e6f2de43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d0ee32a83048c6" /><Relationship Type="http://schemas.openxmlformats.org/officeDocument/2006/relationships/notesMaster" Target="/ppt/notesMasters/notesMaster1.xml" Id="Rbc7312e28af341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7df811525948c1" /><Relationship Type="http://schemas.openxmlformats.org/officeDocument/2006/relationships/notesMaster" Target="/ppt/notesMasters/notesMaster1.xml" Id="Re471ba62b4854e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082de908134ef2" /><Relationship Type="http://schemas.openxmlformats.org/officeDocument/2006/relationships/notesMaster" Target="/ppt/notesMasters/notesMaster1.xml" Id="R585f9d32396e43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72e29dfa2d46ae" /><Relationship Type="http://schemas.openxmlformats.org/officeDocument/2006/relationships/notesMaster" Target="/ppt/notesMasters/notesMaster1.xml" Id="R46ac4099747d46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729a10910d4273" /><Relationship Type="http://schemas.openxmlformats.org/officeDocument/2006/relationships/notesMaster" Target="/ppt/notesMasters/notesMaster1.xml" Id="R223ef9c3b41e4d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a037600ef14298" /><Relationship Type="http://schemas.openxmlformats.org/officeDocument/2006/relationships/notesMaster" Target="/ppt/notesMasters/notesMaster1.xml" Id="Rf7f830fef89946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封面。标准姿势图来自 src/standard_images/Warrior II Pose.jpg。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项目目标根据 docs/README.md 和网页文案整理。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时间线基于项目文件修改时间和 docs/README.md、docs/hardware.md、web/README.md、docs/BLE_MIGRATION.md。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架构依据 docs/architecture.md。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参数来自 src/config.py 和 docs/architecture.md。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标准姿势列表来自 src/standard_poses 和 src/standard_images。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网页架构来自 web/app.js、src/web_mvp_server.py 和 web/README.md。当前是 localhost HTTP；跨设备部署建议 HTTPS/WSS。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当前接口来自 src/web_mvp_server.py：/api/status、/api/frame、/api/reset。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截图由 web/index.html 分块截取。静态截图显示未开启摄像头状态，实际演示需使用 web/start-local.ps1 启动 Python 识别服务。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触觉反馈映射来自 src/haptic_feedback.py 和 tests/test_mvp_logic.py。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串口协议来自 docs/hardware.md、src/esp32_controller.py、firmware/yoga_bands/yoga_bands.ino、docs/BLE_MIGRATION.md。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总结结合 docs/README.md、web/README.md 和 BLE_MIGRATION.md。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ebfab07a24d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8194fe37624248" /><Relationship Type="http://schemas.openxmlformats.org/officeDocument/2006/relationships/slideLayout" Target="/ppt/slideLayouts/slideLayout1.xml" Id="R6e67e140214144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67e140214144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220fa7eae4fcd" /><Relationship Type="http://schemas.openxmlformats.org/officeDocument/2006/relationships/image" Target="/ppt/media/image.png" Id="R712862d48690453e" /><Relationship Type="http://schemas.openxmlformats.org/officeDocument/2006/relationships/notesSlide" Target="/ppt/notesSlides/notesSlide1.xml" Id="R62446eac66d949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cec96ac024007" /><Relationship Type="http://schemas.openxmlformats.org/officeDocument/2006/relationships/notesSlide" Target="/ppt/notesSlides/notesSlide2.xml" Id="Reb13eafb12ad42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2fa1aa0194704" /><Relationship Type="http://schemas.openxmlformats.org/officeDocument/2006/relationships/notesSlide" Target="/ppt/notesSlides/notesSlide3.xml" Id="R4da0b10b757940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b235531f34873" /><Relationship Type="http://schemas.openxmlformats.org/officeDocument/2006/relationships/notesSlide" Target="/ppt/notesSlides/notesSlide4.xml" Id="Rf5211a64c9de4c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05d0c35d94bf3" /><Relationship Type="http://schemas.openxmlformats.org/officeDocument/2006/relationships/image" Target="/ppt/media/image2.png" Id="Re74c8b6c10cc4d82" /><Relationship Type="http://schemas.openxmlformats.org/officeDocument/2006/relationships/notesSlide" Target="/ppt/notesSlides/notesSlide5.xml" Id="R6c8166e87ff849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6d7b4cd78411f" /><Relationship Type="http://schemas.openxmlformats.org/officeDocument/2006/relationships/image" Target="/ppt/media/image3.png" Id="R7ee670334a5c45c4" /><Relationship Type="http://schemas.openxmlformats.org/officeDocument/2006/relationships/notesSlide" Target="/ppt/notesSlides/notesSlide6.xml" Id="Rfadd214301074e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94a065d384db6" /><Relationship Type="http://schemas.openxmlformats.org/officeDocument/2006/relationships/notesSlide" Target="/ppt/notesSlides/notesSlide7.xml" Id="Rb2525a795efc4e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0a6e7c7154071" /><Relationship Type="http://schemas.openxmlformats.org/officeDocument/2006/relationships/notesSlide" Target="/ppt/notesSlides/notesSlide8.xml" Id="Rf7b740d9249847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064b432944a0f" /><Relationship Type="http://schemas.openxmlformats.org/officeDocument/2006/relationships/image" Target="/ppt/media/image4.png" Id="R1b3bc20cd9924299" /><Relationship Type="http://schemas.openxmlformats.org/officeDocument/2006/relationships/image" Target="/ppt/media/image5.png" Id="R2aa84af631b54731" /><Relationship Type="http://schemas.openxmlformats.org/officeDocument/2006/relationships/image" Target="/ppt/media/image6.png" Id="R4b9a5aa941594702" /><Relationship Type="http://schemas.openxmlformats.org/officeDocument/2006/relationships/notesSlide" Target="/ppt/notesSlides/notesSlide9.xml" Id="R6ce3ec22b6584d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8a12a039e421f" /><Relationship Type="http://schemas.openxmlformats.org/officeDocument/2006/relationships/image" Target="/ppt/media/image7.png" Id="R14721f08cfc1469e" /><Relationship Type="http://schemas.openxmlformats.org/officeDocument/2006/relationships/notesSlide" Target="/ppt/notesSlides/notesSlide10.xml" Id="R2f615e1d725345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aa9b73ff74193" /><Relationship Type="http://schemas.openxmlformats.org/officeDocument/2006/relationships/notesSlide" Target="/ppt/notesSlides/notesSlide11.xml" Id="R6894ce8321cc4c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1e00024f24dc2" /><Relationship Type="http://schemas.openxmlformats.org/officeDocument/2006/relationships/notesSlide" Target="/ppt/notesSlides/notesSlide12.xml" Id="R1f48cd6e749747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862d48690453e"/>
          <a:srcRect xmlns:a="http://schemas.openxmlformats.org/drawingml/2006/main" l="13333" t="0" r="1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742950"/>
            <a:ext cx="5448300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32A9F-EA2D-4397-9F0A-5D16C6AC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742950"/>
            <a:ext cx="5448300" cy="4762500"/>
          </a:xfrm>
          <a:prstGeom xmlns:a="http://schemas.openxmlformats.org/drawingml/2006/main" prst="roundRect">
            <a:avLst>
              <a:gd name="adj" fmla="val 16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93D72-AD6A-4BCF-8A5C-E7CA516C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视觉感知 × 单腕触觉引导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509EF-033C-4691-886A-29C457E9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YogaTutor</a:t>
            </a:r>
          </a:p>
          <a:p xmlns:a="http://schemas.openxmlformats.org/drawingml/2006/main">
            <a:pPr algn="l">
              <a:def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暑假进展汇报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C9E43-2D90-4889-BFA6-1A9A0608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基于视觉感知和多方向触觉引导的实时动作矫正系统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8871B-1739-4E5F-9CEE-AB13F6D0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080CB-2E6B-41BF-93E6-1719B457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2026 年 7-8 月阶段成果</a:t>
            </a:r>
          </a:p>
        </p:txBody>
      </p:sp>
    </p:spTree>
    <p:extLst>
      <p:ext uri="{BB962C8B-B14F-4D97-AF65-F5344CB8AC3E}">
        <p14:creationId xmlns:p14="http://schemas.microsoft.com/office/powerpoint/2010/main" val="533178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7B996-D8B4-4CD8-BD9E-EB834BBE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01 背景与目标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3FC90-3229-4766-B4C0-65D1C9B2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项目目标：让用户看见偏差，感受调整方向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B979C-6E57-46A7-99C2-59D31BE4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91C28-19CB-4B77-A368-E0853CF9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84FB9-36DC-4986-BC5A-40F84A68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971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1BB41-1678-430C-AD2B-45ED37E9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练习痛点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3F60B-DA30-488A-9AFE-4058AFD2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52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视频教学无法实时指出角度偏差，用户低头看屏幕也会破坏动作保持。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2F75E-1AC3-4B7C-AA70-A95DE8DE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2971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2015C-45D4-4575-8D8F-6B85C96A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288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视觉判断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E2706-71C3-433A-86B1-C6628F2B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86000"/>
            <a:ext cx="2552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摄像头识别人体关键点，系统把动作转成可比较的关节角。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F69D4-A1E8-4F1E-B14F-C2846CCF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2971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E2DDF-97D5-4747-95C2-0A5E421C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288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触觉引导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03907-05BA-4EEF-89DC-64161BB3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86000"/>
            <a:ext cx="2552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手环不只提醒错误，而是把纠正方向传到身体上。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1961D-D8FE-475B-A62D-62B46A44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670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AED15-3251-4DB0-9364-145BD52F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003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5A9B5-8ACC-4513-A169-D15B9533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9F050-F3D9-400B-A86A-5EA36AA5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003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16D25-6864-4854-9A4E-C64C7003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00550"/>
            <a:ext cx="8191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EAE293-FF60-4523-A179-E8E8843A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101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F240F4-18D4-4C78-8ECE-202F36BD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910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让用户在练习过程中完成“识别偏差、理解方向、即时调整”的闭环。</a:t>
            </a:r>
          </a:p>
        </p:txBody>
      </p:sp>
    </p:spTree>
    <p:extLst>
      <p:ext uri="{BB962C8B-B14F-4D97-AF65-F5344CB8AC3E}">
        <p14:creationId xmlns:p14="http://schemas.microsoft.com/office/powerpoint/2010/main" val="8244288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18F8CE-E490-441E-A75D-8917CE2C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02 暑假进展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C81B3-C96C-4ABF-A529-14E4AC9D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暑假工作总览：从主程序到可演示网页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AE1D6-EBF2-476B-9F6E-5AD8C36E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9C4D4-EC3C-4DA3-B82A-92ACBA59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F831E-86C9-4685-8B8A-AD212967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F1631-0345-4DFF-8FB8-EDFF784C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790700" cy="2381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A9415-24D5-4F39-AAB1-45E7CD0B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7月中旬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B41A5-9B32-4D77-83EA-ECB6BF05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统一主程序</a:t>
            </a:r>
          </a:p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自动识别与手动评估共存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ED3D8-2191-4218-B50F-E2FCC0B3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003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A5D3C-6C31-497A-8EBD-88AFBB20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33700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074A8-F6F5-44A5-9FC7-75D5E855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790700" cy="2381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266B7-7624-4864-B38E-3E1C8387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7月中旬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5821F-8E67-4C7E-93A6-1EA7E1F6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ESP32 固件</a:t>
            </a:r>
          </a:p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串口协议与左手环控制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386F5-B3C8-4473-89B5-3B5387CA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03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9EFF3-DADA-4DE4-9644-102F1A75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33700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D055D-B4B0-42A0-9DB8-C050B7C1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1790700" cy="2381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FA701-F878-48EF-B366-AA15B471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8月23日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23BC6-7706-432A-ACE3-4C6B9E20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051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Web MVP</a:t>
            </a:r>
          </a:p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Warrior II 实时练习界面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8FBEDB-3F2F-41FC-9C23-29A4F92B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003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81EAE-0BE7-46F4-B4FC-0AF07D0B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33700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DDBED-40BB-4F04-B599-875D3939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2381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69EE51-2DBF-4E28-AA62-4164E351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8月23日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0E8046-3A4E-4C7F-A4BD-A07F30D3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闭环强化</a:t>
            </a:r>
          </a:p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串口保活、测试、BLE 方案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A4F446-47D5-4029-B65A-C379E689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03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CD2D99-9AB0-48E9-82CC-9022164B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33700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186D8B-6CF2-4F77-B78C-6D54EAB6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1790700" cy="2381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4D59CF-E528-470B-A35E-3CB05632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D47A91-EC35-47FD-B828-AF88D8D9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051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产品化扩展</a:t>
            </a:r>
          </a:p>
          <a:p xmlns:a="http://schemas.openxmlformats.org/drawingml/2006/main">
            <a:pPr algn="l">
              <a:defRPr sz="15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BLE、双手环、多动作选择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DD326E-88CE-4CF1-A1DB-79C8D4B2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4-6 月标准姿势库和申报材料作为基础；暑假重点是把系统收束成可演示闭环。</a:t>
            </a:r>
          </a:p>
        </p:txBody>
      </p:sp>
    </p:spTree>
    <p:extLst>
      <p:ext uri="{BB962C8B-B14F-4D97-AF65-F5344CB8AC3E}">
        <p14:creationId xmlns:p14="http://schemas.microsoft.com/office/powerpoint/2010/main" val="6835888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DC2378-9B54-453B-8DF0-58071158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 核心系统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1C939-AFFC-435F-88F7-613FBCF8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系统架构：视觉、评分和触觉反馈形成闭环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03C42-88D3-4C09-8A7B-3C05696F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0FAA4-B63F-4A1F-AD68-7319C4D2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8692F-5A8F-4F1E-BAA3-7EC6FF9B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40E16-C5DA-44BE-B7A0-B1333E7B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摄像头帧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55055-5026-4C1B-BB11-A42AA2CE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浏览器或 OpenCV 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D211B-C15F-4450-8C40-C35604E7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57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CF4F1-27EF-47EA-894E-4D2FA0D2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908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6260A-1DBF-476E-B96C-CA792872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26C4E-3BEE-4DC9-B43E-80DEB984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姿态检测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ED66F-C180-4950-8166-FEA4288C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MediaPipe 提取 33 个关键点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6CA41-852C-4DEC-B582-66DB35DA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45ACC-B66B-45B5-9C17-ACA8A991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908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19A0E-C67F-423D-B607-578C7FFE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15E26-3A33-4436-9322-BCF1EB0B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稳定处理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820EC-4790-45DD-AFD2-C0080CA1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滤波与静止检测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04DF01-C727-4977-AD6E-7C4FB12C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57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61284C-6097-447A-B428-017B6C0A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908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7C5A03-7ADD-4220-8793-8084C065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2BF7CC-1C77-4DF2-85ED-B9DE76F3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角度评分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2AFCD2-8CDF-479C-8EDF-E5913A53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8 个关节角比较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6AB406-0C6B-44BA-A75D-912C9CBC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7A97A9-9EA0-4ABE-B0F4-7436A1D3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908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356E67-2648-4BE0-A24C-F7CA43FA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57AA78-2A31-4D73-A9D4-40D061E7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触觉映射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068E5D-307D-4A09-BE77-AA517A1B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偏差转成马达方向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B03944-1182-49FC-ABA6-5D620B40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57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F9B58A-6C68-46E2-B9FC-BED17177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908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D46CEF-EEC4-45F3-80D7-A391D995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C3CB72-EA25-4A71-B5CC-11AE9B80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ESP32 手环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1ED5FC-DFAF-49B9-8BCA-029D0506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USB 串口驱动左手环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A03108-573A-4DF7-BD2B-59782362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952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5A550A-E6BC-40F3-B153-1F9D6877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33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算法汇报边界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35D981-2E3F-4113-BCD8-2AC9B7D3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149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只讲输入、处理节点和输出，把主要时间留给网页 MVP 和硬件闭环。</a:t>
            </a:r>
          </a:p>
        </p:txBody>
      </p:sp>
    </p:spTree>
    <p:extLst>
      <p:ext uri="{BB962C8B-B14F-4D97-AF65-F5344CB8AC3E}">
        <p14:creationId xmlns:p14="http://schemas.microsoft.com/office/powerpoint/2010/main" val="6833570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C4D01F-45C1-425D-8D65-A775D329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 核心系统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4B5F0-F9E5-4685-A678-1C0B4086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姿态感知：从 33 个关键点提取 8 个关节角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80D13-75D0-4588-B1AA-BF63E5F3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FD41A-07CD-4344-A638-2FEBC67E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c8b6c10cc4d82"/>
          <a:srcRect xmlns:a="http://schemas.openxmlformats.org/drawingml/2006/main" l="8712" t="0" r="87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600200"/>
            <a:ext cx="4000500" cy="2000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D2BFD-E069-41FD-A2C5-C3576BCC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FC5D3-E935-4572-B9F1-F183FB6F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ACD57-737D-470E-8F29-A9A7C5AE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MediaPipe 人体关键点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A94E3-4FE1-41EF-922D-F7182A04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1450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51E73-2454-4672-9EB9-B24FD9D7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859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62619-B2A8-4287-8A1D-5697C399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肩、肘、髋、膝关节角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B617E-66DF-4B2F-9723-D8556896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D85D0-9FE4-42DA-9B77-DD0DB79C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1.2s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F832A-48C4-4697-9ECB-8C26FEBD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静止后触发评估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02295-5135-4647-8B80-4E5D497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9565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1053D-EE92-4BBB-BC97-ED5A5493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671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0.5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6C04D-0987-4E69-AFD5-8EE71576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检测与跟踪置信度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98D90-772F-4ABA-A95C-C4221261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4000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2D9B6-889E-4B9C-85E1-D8C4D96A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输入输出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E0E2B-8EFA-4C64-9072-082BD47B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67250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输入是摄像头画面，输出是可比较的关节角。滤波和静止检测用于减少误判。</a:t>
            </a:r>
          </a:p>
        </p:txBody>
      </p:sp>
    </p:spTree>
    <p:extLst>
      <p:ext uri="{BB962C8B-B14F-4D97-AF65-F5344CB8AC3E}">
        <p14:creationId xmlns:p14="http://schemas.microsoft.com/office/powerpoint/2010/main" val="9333387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99B4A-3B5A-42A1-84E4-01BD5899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 核心系统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B20FB-F1BB-4F6B-879A-D5565141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标准姿势库：前期基础支撑假期 MVP 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2B9E7-15AF-4F0A-AB3F-89B44962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95962-3EA0-4B91-A7A6-857EC82C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670334a5c45c4"/>
          <a:srcRect xmlns:a="http://schemas.openxmlformats.org/drawingml/2006/main" l="0" t="1060" r="0" b="10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5715000" cy="3733800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D277D-A318-4D3F-8EDF-C607D117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764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项目已有 18 个标准姿势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8B2F7-2FCB-4095-A9A9-B29D168E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66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1FD29-4E9A-4BA9-B3F5-9225DB38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030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每个标准姿势保存 landmarks 和 average angles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07387-223C-4D56-A62C-53202FC6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95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C5E52-3E51-4AAF-A6C6-26F14277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2895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 MVP 当前固定使用 Warrior II 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0955A-F45E-470E-8E9F-74F57ECA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24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CC602-B78A-4F17-9F58-3796D41C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5760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后续网页端可扩展为多姿势选择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A7F18-BDDB-47E2-9FEF-AA840989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19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4-6 月成果在这里作为基础，不抢占暑假工作篇幅。</a:t>
            </a:r>
          </a:p>
        </p:txBody>
      </p:sp>
    </p:spTree>
    <p:extLst>
      <p:ext uri="{BB962C8B-B14F-4D97-AF65-F5344CB8AC3E}">
        <p14:creationId xmlns:p14="http://schemas.microsoft.com/office/powerpoint/2010/main" val="11632746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B65B3C-2E2C-46D5-86B5-0FFE2D9B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0162A-BA1E-4D0B-981D-AE0666D2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 MVP：采用 B/S 本地架构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1C6F1-D5D6-4DA0-BAE2-0884CE0A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1A5CC-6DB2-4384-8AA2-B543BF31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62192-EC28-4C0C-9C8B-FE9B061D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6479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83650-BE17-43CF-8A9A-92F9580E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Browser 客户端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6A6DE-5A38-4015-AF43-A47B80B9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228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摄像头采集</a:t>
            </a:r>
          </a:p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页面展示</a:t>
            </a:r>
          </a:p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交互按钮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90A11-9663-4126-B1F7-AA298676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26479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D49E9-9444-403F-A6E7-57E5D198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28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HTTP 本地接口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13F839-1515-4AA7-B5C2-8AA1CC60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86000"/>
            <a:ext cx="2228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POST /api/frame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GET /api/status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POST /api/reset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D8F0B-93F1-4A92-A419-4D8A098C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19250"/>
            <a:ext cx="26479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2AF32-EB9D-47D4-80E3-ACE13258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Python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8B06A-AEC8-4FC3-B10F-D23319AA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2228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MediaPipe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静止检测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角度评分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触觉指令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AB737-2EC8-416E-848C-B4959623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14850"/>
            <a:ext cx="26479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65283E-72DD-4A40-9204-C34DEDE9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244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ESP32 手环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18041-AAAC-426E-A8C3-83BF8D05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816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USB 串口</a:t>
            </a:r>
          </a:p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方向与强度</a:t>
            </a:r>
          </a:p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四马达震动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E4611-4BA8-42F9-A561-42E327F3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13D87-0F8A-4100-B4E2-D670F803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3367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704EB6-11BB-4A3E-8174-E0F3D7F0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EBF15-0487-4820-BCBF-A5931A1F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3367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46E8DB-3408-41ED-8B6A-3E66A335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00050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EE4B67-3CEE-4787-95ED-61E2D2CA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14850"/>
            <a:ext cx="3209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5B7548-B738-42E3-B394-BF432C17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6479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5A5618-2CD3-468F-AC0B-67E947F6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当前传输内容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F5940D-CA60-4F82-95B6-324822E0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JPEG 摄像头帧</a:t>
            </a:r>
          </a:p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不是肢体点阵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893347-DA09-42CD-9361-8067F340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14850"/>
            <a:ext cx="26479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38545C-7819-4DB7-931A-9AD4F67C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后续跨设备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B1217D-254D-4E3B-917A-BF6AE11C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43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跨设备访问时</a:t>
            </a:r>
          </a:p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建议 HTTPS 或 WSS</a:t>
            </a:r>
          </a:p>
        </p:txBody>
      </p:sp>
    </p:spTree>
    <p:extLst>
      <p:ext uri="{BB962C8B-B14F-4D97-AF65-F5344CB8AC3E}">
        <p14:creationId xmlns:p14="http://schemas.microsoft.com/office/powerpoint/2010/main" val="228958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05EE67-0CD8-49A2-B518-B39A2F3C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AB77F-EF10-4505-877C-B8832CB4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本机服务器负责计算，浏览器负责采集和展示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4EF3E-586B-41D4-9124-C153CD97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AB129-5E78-466A-B0A0-42A87AD1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3C4DA-4908-400C-B2DE-27721362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61B8B-D57E-48A6-B575-6F2A125E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2CA49-829F-49F4-A285-12F99B1B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E719B-21F4-4EFC-A3C4-71F3ECA9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238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浏览器调用摄像头，生成 JPEG 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0FFCB-8CD9-48D9-903D-E7988D0F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95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6E5D6-37C1-490F-81C7-D8F5BCEB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002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57AD9-E256-4087-9F79-214D9903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907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传输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F8664-775B-46BC-8B0A-C20D1B13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71750"/>
            <a:ext cx="2238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POST 到本机 /api/frame。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BB5B2-B0D0-4833-9F57-9067273A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95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568B8-5B6C-459E-ACA5-3D6F6882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002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701915-E53A-46AC-A58F-A131D654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5A009-3C3D-42FD-BAFF-9E2C7D88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71750"/>
            <a:ext cx="2238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Python 服务计算关键点、关节角和评分。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52235-A639-4975-BEB6-D9A88A6F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95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18338-9FE2-490B-B476-76B4A183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C1DC1-AC82-4594-897F-E9D099B2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79F7D-D25C-4AE6-AEEC-FB74540C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页面更新结果，服务器发送手环指令。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238068-C175-4450-A8CA-F2D24725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327C68-5589-4708-B395-533F3CB9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336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1039BD-9EA3-4DFC-9B35-5C3F039A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705D6D-7E1E-4D0B-9472-F46C8730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336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95BD55-E505-4D2C-9AA7-0CC2BF5C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E1F14F-2965-4F51-AC4B-9FD0CE91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336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4E88CB-5A85-409E-B795-F5DF2029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43624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C74A6A-2993-4DFE-8D50-C64BA916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57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为什么先做本地服务器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C180B4-D414-40BE-90CF-0F1CAAA4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延迟低，摄像头画面不离开电脑，USB 手环控制也更直接。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E22625-56EB-42B4-92AF-B1D63B70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3624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22F360-3ACA-47CE-A9B6-6D0C0315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后续网络化改造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655515-31D3-4201-97C0-79687C77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跨设备接入时，用 HTTPS/WSS 保护摄像头帧或关键点数据。</a:t>
            </a:r>
          </a:p>
        </p:txBody>
      </p:sp>
    </p:spTree>
    <p:extLst>
      <p:ext uri="{BB962C8B-B14F-4D97-AF65-F5344CB8AC3E}">
        <p14:creationId xmlns:p14="http://schemas.microsoft.com/office/powerpoint/2010/main" val="13583360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0F38F-38D6-48DC-9031-ECA51A6B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EA542-BEA1-4B28-9581-63FAC535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网页界面：一页完成练习、评分和手环状态展示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FF6CD-BC4B-4AE5-80D3-9AC2EFCF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933F1-69FD-4E8B-9745-DE291F97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bc20cd9924299"/>
          <a:stretch xmlns:a="http://schemas.openxmlformats.org/drawingml/2006/main"/>
        </p:blipFill>
        <p:spPr>
          <a:xfrm xmlns:a="http://schemas.openxmlformats.org/drawingml/2006/main">
            <a:off x="533400" y="1414204"/>
            <a:ext cx="6096000" cy="3591442"/>
          </a:xfrm>
          <a:prstGeom xmlns:a="http://schemas.openxmlformats.org/drawingml/2006/main" prst="roundRect">
            <a:avLst>
              <a:gd name="adj" fmla="val 2116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84af631b54731"/>
          <a:stretch xmlns:a="http://schemas.openxmlformats.org/drawingml/2006/main"/>
        </p:blipFill>
        <p:spPr>
          <a:xfrm xmlns:a="http://schemas.openxmlformats.org/drawingml/2006/main">
            <a:off x="7332256" y="1409700"/>
            <a:ext cx="3299637" cy="186690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a5aa941594702"/>
          <a:stretch xmlns:a="http://schemas.openxmlformats.org/drawingml/2006/main"/>
        </p:blipFill>
        <p:spPr>
          <a:xfrm xmlns:a="http://schemas.openxmlformats.org/drawingml/2006/main">
            <a:off x="7874960" y="3638550"/>
            <a:ext cx="2214230" cy="186690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323FC-AC50-419D-B94C-E40D21D6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8CD5E-DC4C-4BF2-9D52-555A4A00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页面模块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D9592-7245-45F5-A0CC-5DC85D32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483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摄像头画面、目标姿势、评分条、关节列表、USB 状态和左手环方向在同一工作台中展示。</a:t>
            </a:r>
          </a:p>
        </p:txBody>
      </p:sp>
    </p:spTree>
    <p:extLst>
      <p:ext uri="{BB962C8B-B14F-4D97-AF65-F5344CB8AC3E}">
        <p14:creationId xmlns:p14="http://schemas.microsoft.com/office/powerpoint/2010/main" val="7441861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4D615D-8D8A-477E-853D-4F979BE0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E02DB-1C48-4AF9-AC88-91163446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触觉反馈：把最大角度偏差转成一个震动方向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7A89D-3CA9-4E7B-B147-46CE0143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5CC4D-D13C-4F29-9ACD-F4E1F9F3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21f08cfc1469e"/>
          <a:srcRect xmlns:a="http://schemas.openxmlformats.org/drawingml/2006/main" l="0" t="5041" r="0" b="50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3700" y="1581150"/>
            <a:ext cx="4095750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8CEEC-1AF2-48D7-ABC9-D0287888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E2591-5069-4885-A980-3CA33A68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当前 MVP 使用已验证的左手环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B379D-3695-4F83-84B9-45A0109E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9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4C9D0-93E6-4F81-81EF-F50922E8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每次只发送优先级最高的一个纠正方向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DF00E-ABA4-4E3D-ADC9-974F00FB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DE8ED-8934-4F1B-BFE4-A4D12230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方向映射：上 M2、下 M0、左 M1、右 M3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D557F-68E1-41A5-BFAB-62564EA6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D12E7-C5A7-479A-8E05-62C63E61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强度随偏差比例提升：150、200、255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4003AC-8E38-4A42-BF06-74E26175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4953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88470-639C-48F8-B9C9-155FAC54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反馈流程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346A6-DE79-43C3-8528-BB192B97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偏差排序  选择最大偏差  映射方向  发送指令</a:t>
            </a:r>
          </a:p>
        </p:txBody>
      </p:sp>
    </p:spTree>
    <p:extLst>
      <p:ext uri="{BB962C8B-B14F-4D97-AF65-F5344CB8AC3E}">
        <p14:creationId xmlns:p14="http://schemas.microsoft.com/office/powerpoint/2010/main" val="2034818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3BEA61-89E8-417A-B80D-91C05C17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9E376-65F7-4E46-A545-C2B33DB6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硬件通信：USB 串口闭环和停震保护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3A61C-AB6B-4568-A356-2088D7DA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841D4-1D68-4119-A4CF-6EA2ACC1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57B45-9429-4B7E-AA53-56E2704A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981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D207B-6F00-4D6E-8578-98DA8423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L:2,150 R:N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64389-D6A6-4CE3-B346-2E18A49F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左手环 M2 以 150 强度震动，右手环无动作。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1B2AB-50FE-492A-B6A7-20478695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190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01B68-8411-4D64-BC9D-8B153B93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115200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34682-7872-48A1-8D2A-4AC74AE4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串口波特率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D000A-D669-46FC-B198-0EF31519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2190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C4264-8D3E-4C26-AF19-E8C0E2B8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14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0.75s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85E71-6027-4B3C-AC16-BEC3F81C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29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电脑端保活间隔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A8764-4DDC-4D22-BA80-5B8E2370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43250"/>
            <a:ext cx="2190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0C7DB-78DF-4DDC-94B2-4077488E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14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2s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52A79-E05A-4B0F-97F2-4E752D31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29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固件无命令自动停震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22490-FE33-4242-8A50-36481D35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2190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2179D5-9876-47E7-80AF-69CA4BEB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COM9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4C63B3-DFAA-4821-B666-0F5E1C22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默认手环串口，可覆盖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AEFE24-B394-4750-90E9-E50910E9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45339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666CC7-BC81-4AA8-8C9E-438C38BA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通信流程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4DDDA-90B6-4A02-8A22-CC24C199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10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Python 生成命令，ESP32 解析后控制 GPIO 和马达。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0CAFE9-2C18-4288-BCB5-03F1FA19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45339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55748F-7BB1-47A1-90FE-294CC192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87C1B4-6F92-49E8-B16C-69782117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BLE 已有迁移方案，当前不要说成已完成。</a:t>
            </a:r>
          </a:p>
        </p:txBody>
      </p:sp>
    </p:spTree>
    <p:extLst>
      <p:ext uri="{BB962C8B-B14F-4D97-AF65-F5344CB8AC3E}">
        <p14:creationId xmlns:p14="http://schemas.microsoft.com/office/powerpoint/2010/main" val="14428774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C666C1-E7E1-4E92-BFB6-374FCF67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05 总结与计划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0A4EC-6BFC-4B79-8C4C-7732FEFD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总结与下一步：从可演示 MVP 走向无线化和多动作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777BE-F463-4A5C-9697-896E2C67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0DF90-7E99-4A10-AC11-5F4FF788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8F9B3-E4F2-42AD-A8EB-DBB5A2B6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暑假完成的核心成果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8ECD2-F7BC-45D4-90CD-BF4518C2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BFAD8-7E01-4C7F-9970-DC95FF16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形成 Warrior II 网页练习工作台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58C80-DE72-4B23-B5EE-33F2012B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90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277A7-AFEF-43CE-9683-8D332A6F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跑通本机视觉计算到左手环震动的闭环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EAFBAA-401A-4BDA-A971-78BB9186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43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A18B1-C27C-4219-A664-1B81A025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明确 USB MVP、BLE 待迁移和双手环待扩展的边界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B4EF9-CACE-4FA6-809E-834DA9B9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00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后续计划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B4F77-A36E-49E5-B70D-B52E4B59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35AAA-A0DE-4494-880E-3E3E84D7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717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BLE GATT 替代 USB 串口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1EEBE-5B0D-4A74-8753-CE1439E2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529D7-4187-4E92-9D28-31105DFA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8605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扩展双手环 GPIO 和固件协议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FB987-62E9-4A41-949F-15778403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67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24784D-AA88-48F3-8BF9-E3275A0C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004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网页端支持多姿势选择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8D452-5B7B-42A5-B17D-125243F1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81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27FB8-6457-4271-BDF6-73326FF0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补充真实用户测试和长期稳定性验证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A3992-48E2-41A0-8A14-C3C24DF6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948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228C01-BA10-48DC-AB1B-6C1723D3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67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一句话收束：暑假阶段把 YogaTutor 从算法模块推进到边界清晰、可演示的本地 MVP。</a:t>
            </a:r>
          </a:p>
        </p:txBody>
      </p:sp>
    </p:spTree>
    <p:extLst>
      <p:ext uri="{BB962C8B-B14F-4D97-AF65-F5344CB8AC3E}">
        <p14:creationId xmlns:p14="http://schemas.microsoft.com/office/powerpoint/2010/main" val="20530468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2026-09-04T13:41:30.4500000Z</dcterms:created>
  <dcterms:modified xsi:type="dcterms:W3CDTF">2026-09-04T13:41:30.4500000Z</dcterms:modified>
</coreProperties>
</file>
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c51b571cbd4a12" /><Relationship Type="http://schemas.openxmlformats.org/officeDocument/2006/relationships/extended-properties" Target="/docProps/app.xml" Id="Ra031deff43304a80" /><Relationship Type="http://schemas.openxmlformats.org/officeDocument/2006/relationships/officeDocument" Target="/ppt/presentation.xml" Id="R8a1534f30ee543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6b05fc8b2144c6"/>
  </p:sldMasterIdLst>
  <p:notesMasterIdLst>
    <p:notesMasterId xmlns:r="http://schemas.openxmlformats.org/officeDocument/2006/relationships" r:id="Rf49f120b112248a6"/>
  </p:notesMasterIdLst>
  <p:sldIdLst>
    <p:sldId xmlns:r="http://schemas.openxmlformats.org/officeDocument/2006/relationships" id="256" r:id="R33f0d3125fc145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7c5af39a1248ee" /><Relationship Type="http://schemas.openxmlformats.org/officeDocument/2006/relationships/slideMaster" Target="/ppt/slideMasters/slideMaster1.xml" Id="Re66b05fc8b2144c6" /><Relationship Type="http://schemas.openxmlformats.org/officeDocument/2006/relationships/notesMaster" Target="/ppt/notesMasters/notesMaster1.xml" Id="Rf49f120b112248a6" /><Relationship Type="http://schemas.openxmlformats.org/officeDocument/2006/relationships/presProps" Target="/ppt/presProps.xml" Id="Ra3e31aed2dc341bc" /><Relationship Type="http://schemas.openxmlformats.org/officeDocument/2006/relationships/tableStyles" Target="/ppt/tableStyles.xml" Id="R7226fcd0bcdd4a6c" /><Relationship Type="http://schemas.openxmlformats.org/officeDocument/2006/relationships/slide" Target="/ppt/slides/slide1.xml" Id="R33f0d3125fc145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fc6964436848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488e8814494884" /><Relationship Type="http://schemas.openxmlformats.org/officeDocument/2006/relationships/notesMaster" Target="/ppt/notesMasters/notesMaster1.xml" Id="R1e32f0a9dd9c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本页用于第四部分网页 MVP 汇报。当前网页为 B/S 本地 MVP：浏览器端负责摄像头采集和界面展示，本机 Python 服务通过 /api/frame 接收 JPEG 帧并运行 MediaPipe、静止检测、Warrior II 角度评分和触觉指令生成，再通过 USB Serial 控制 ESP32 左手环。当前演示采用 localhost HTTP；若后续让手机或其他电脑作为客户端访问，应使用 HTTPS 或 WSS 传输摄像头帧或人体关键点数据。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3437894de4b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7da61fad04095" /><Relationship Type="http://schemas.openxmlformats.org/officeDocument/2006/relationships/slideLayout" Target="/ppt/slideLayouts/slideLayout1.xml" Id="R34acc118175e42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acc118175e42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2adb9310845ac" /><Relationship Type="http://schemas.openxmlformats.org/officeDocument/2006/relationships/image" Target="/ppt/media/image.png" Id="Rbb24302ea29247a4" /><Relationship Type="http://schemas.openxmlformats.org/officeDocument/2006/relationships/image" Target="/ppt/media/image2.png" Id="R17bf5d22a2af4143" /><Relationship Type="http://schemas.openxmlformats.org/officeDocument/2006/relationships/image" Target="/ppt/media/image3.png" Id="R7b97a07a30104ee7" /><Relationship Type="http://schemas.openxmlformats.org/officeDocument/2006/relationships/image" Target="/ppt/media/image4.png" Id="R90540ae6ef7144da" /><Relationship Type="http://schemas.openxmlformats.org/officeDocument/2006/relationships/image" Target="/ppt/media/image5.png" Id="Rbea7774962b8478c" /><Relationship Type="http://schemas.openxmlformats.org/officeDocument/2006/relationships/notesSlide" Target="/ppt/notesSlides/notesSlide1.xml" Id="R208e79ca863944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74998-4792-41A6-9647-5DE2061C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67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 界面与本地闭环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C6653-BA82-4889-8FD2-6A751C13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第四部分重点展示页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6BBD5-447C-45D2-AC20-572E40F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2647950" cy="52768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78BF1-73B3-4AE2-BDAD-702AB77C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当前网页采用 B/S 本地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2B56F-0F99-4B14-AC40-A269DC75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2479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Browser 客户端</a:t>
            </a:r>
          </a:p>
          <a:p xmlns:a="http://schemas.openxmlformats.org/drawingml/2006/main">
            <a:pPr>
              <a:def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采集摄像头画面，按帧发送 JPEG。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Python Server</a:t>
            </a:r>
          </a:p>
          <a:p xmlns:a="http://schemas.openxmlformats.org/drawingml/2006/main">
            <a:pPr>
              <a:def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在本机运行 MediaPipe，计算关键点、关节角和评分。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  <a:p xmlns:a="http://schemas.openxmlformats.org/drawingml/2006/main">
            <a:pPr>
              <a:def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服务器通过 USB 串口发送震动方向。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现阶段是 localhost HTTP；跨设备部署时建议 HTTPS 或 WSS。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8055A-1E87-43FF-923C-82C2096A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1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3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B38A"/>
                </a:solidFill>
                <a:latin typeface="Microsoft YaHei"/>
                <a:ea typeface="Microsoft YaHei"/>
                <a:cs typeface="Microsoft YaHei"/>
              </a:rPr>
              <a:t>关键结论：当前传输的是摄像头帧，不是浏览器端已计算好的肢体点阵。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0A547-91BB-4F14-92F5-465CB4B2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857250"/>
            <a:ext cx="36195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3D8C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47673-2EAE-4A0B-9229-5347ED1D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85825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入口与主题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4302ea29247a4"/>
          <a:srcRect xmlns:a="http://schemas.openxmlformats.org/drawingml/2006/main" l="0" t="8331" r="0" b="8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1162050"/>
            <a:ext cx="3543300" cy="1219200"/>
          </a:xfrm>
          <a:prstGeom xmlns:a="http://schemas.openxmlformats.org/drawingml/2006/main" prst="roundRect">
            <a:avLst>
              <a:gd name="adj" fmla="val 468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B65B2-D5AD-4C3C-83A9-B74EEE5F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857250"/>
            <a:ext cx="47625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3D8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52D39-F85A-40F4-B849-97EA4105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85825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实时练习工作台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f5d22a2af4143"/>
          <a:srcRect xmlns:a="http://schemas.openxmlformats.org/drawingml/2006/main" l="366" t="0" r="3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162050"/>
            <a:ext cx="4686300" cy="2781300"/>
          </a:xfrm>
          <a:prstGeom xmlns:a="http://schemas.openxmlformats.org/drawingml/2006/main" prst="roundRect">
            <a:avLst>
              <a:gd name="adj" fmla="val 205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023E8-123E-4C19-9087-D76DED8B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36195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3D8C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54F10-852E-4083-9929-CDCB727A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24125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关节偏差列表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7a07a30104ee7"/>
          <a:srcRect xmlns:a="http://schemas.openxmlformats.org/drawingml/2006/main" l="0" t="11990" r="0" b="11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2800350"/>
            <a:ext cx="3543300" cy="1524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DC3BA-E05B-40EA-9E94-17A47626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76750"/>
            <a:ext cx="3619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3D8C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FC26D-99B4-4438-AB7A-B03009E0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05325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左手环引导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40ae6ef7144da"/>
          <a:srcRect xmlns:a="http://schemas.openxmlformats.org/drawingml/2006/main" l="0" t="29914" r="0" b="29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4781550"/>
            <a:ext cx="3543300" cy="120015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52276-ED81-4F9F-AB50-2965EFE3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4762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3D8C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F1B8F-3B0A-4A37-BB14-1E062B30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62425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四步工作原理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7774962b8478c"/>
          <a:srcRect xmlns:a="http://schemas.openxmlformats.org/drawingml/2006/main" l="5857" t="0" r="5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4438650"/>
            <a:ext cx="4686300" cy="154305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A824B-7C8C-446B-9FE0-1C985537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43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截图来源：项目 web/index.html，按页面模块分块截取。</a:t>
            </a:r>
          </a:p>
        </p:txBody>
      </p:sp>
    </p:spTree>
    <p:extLst>
      <p:ext uri="{BB962C8B-B14F-4D97-AF65-F5344CB8AC3E}">
        <p14:creationId xmlns:p14="http://schemas.microsoft.com/office/powerpoint/2010/main" val="1047933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2026-09-04T12:29:41.0300000Z</dcterms:created>
  <dcterms:modified xsi:type="dcterms:W3CDTF">2026-09-04T12:29:41.0300000Z</dcterms:modified>
</coreProperties>
</file>